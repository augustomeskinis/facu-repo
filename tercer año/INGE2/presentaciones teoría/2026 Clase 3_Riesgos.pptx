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1.xml" ContentType="application/vnd.openxmlformats-officedocument.presentationml.slideMaster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slideMasters/slideMaster9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Masters/slideMaster1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23.xml" ContentType="application/vnd.openxmlformats-officedocument.presentationml.notesSlide+xml"/>
  <Override PartName="/ppt/theme/theme4.xml" ContentType="application/vnd.openxmlformats-officedocument.theme+xml"/>
  <Override PartName="/ppt/slideMasters/slideMaster12.xml" ContentType="application/vnd.openxmlformats-officedocument.presentationml.slideMaster+xml"/>
  <Override PartName="/ppt/theme/theme3.xml" ContentType="application/vnd.openxmlformats-officedocument.theme+xml"/>
  <Override PartName="/ppt/theme/theme9.xml" ContentType="application/vnd.openxmlformats-officedocument.theme+xml"/>
  <Override PartName="/ppt/theme/theme1.xml" ContentType="application/vnd.openxmlformats-officedocument.theme+xml"/>
  <Override PartName="/ppt/theme/theme13.xml" ContentType="application/vnd.openxmlformats-officedocument.theme+xml"/>
  <Override PartName="/ppt/notesSlides/notesSlide15.xml" ContentType="application/vnd.openxmlformats-officedocument.presentationml.notesSlide+xml"/>
  <Override PartName="/ppt/theme/theme6.xml" ContentType="application/vnd.openxmlformats-officedocument.theme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2.xml" ContentType="application/vnd.openxmlformats-officedocument.presentationml.notesSlide+xml"/>
  <Override PartName="/ppt/slideMasters/slideMaster3.xml" ContentType="application/vnd.openxmlformats-officedocument.presentationml.slideMaster+xml"/>
  <Override PartName="/docProps/custom.xml" ContentType="application/vnd.openxmlformats-officedocument.custom-properties+xml"/>
  <Override PartName="/ppt/slideMasters/slideMaster2.xml" ContentType="application/vnd.openxmlformats-officedocument.presentationml.slideMaster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viewProps.xml" ContentType="application/vnd.openxmlformats-officedocument.presentationml.viewProps+xml"/>
  <Override PartName="/ppt/theme/theme7.xml" ContentType="application/vnd.openxmlformats-officedocument.theme+xml"/>
  <Override PartName="/docProps/app.xml" ContentType="application/vnd.openxmlformats-officedocument.extended-properties+xml"/>
  <Override PartName="/ppt/theme/theme5.xml" ContentType="application/vnd.openxmlformats-officedocument.theme+xml"/>
  <Override PartName="/ppt/slideMasters/slideMaster14.xml" ContentType="application/vnd.openxmlformats-officedocument.presentationml.slideMaster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29.xml" ContentType="application/vnd.openxmlformats-officedocument.presentationml.slide+xml"/>
  <Override PartName="/ppt/theme/theme12.xml" ContentType="application/vnd.openxmlformats-officedocument.theme+xml"/>
  <Override PartName="/ppt/theme/theme11.xml" ContentType="application/vnd.openxmlformats-officedocument.theme+xml"/>
  <Override PartName="/ppt/slideLayouts/slideLayout3.xml" ContentType="application/vnd.openxmlformats-officedocument.presentationml.slideLayout+xml"/>
  <Override PartName="/ppt/notesSlides/notesSlide35.xml" ContentType="application/vnd.openxmlformats-officedocument.presentationml.notesSlide+xml"/>
  <Override PartName="/ppt/theme/theme8.xml" ContentType="application/vnd.openxmlformats-officedocument.theme+xml"/>
  <Override PartName="/ppt/theme/theme10.xml" ContentType="application/vnd.openxmlformats-officedocument.theme+xml"/>
  <Override PartName="/ppt/slides/slide12.xml" ContentType="application/vnd.openxmlformats-officedocument.presentationml.slide+xml"/>
  <Override PartName="/ppt/theme/theme14.xml" ContentType="application/vnd.openxmlformats-officedocument.theme+xml"/>
  <Override PartName="/ppt/slideLayouts/slideLayout10.xml" ContentType="application/vnd.openxmlformats-officedocument.presentationml.slideLayout+xml"/>
  <Override PartName="/ppt/notesSlides/notesSlide21.xml" ContentType="application/vnd.openxmlformats-officedocument.presentationml.notesSlid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22.xml" ContentType="application/vnd.openxmlformats-officedocument.presentationml.slide+xml"/>
  <Override PartName="/ppt/slides/slide20.xml" ContentType="application/vnd.openxmlformats-officedocument.presentationml.slide+xml"/>
  <Override PartName="/ppt/slides/slide28.xml" ContentType="application/vnd.openxmlformats-officedocument.presentationml.slide+xml"/>
  <Override PartName="/ppt/notesSlides/notesSlide27.xml" ContentType="application/vnd.openxmlformats-officedocument.presentationml.notes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theme/theme2.xml" ContentType="application/vnd.openxmlformats-officedocument.them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theme/theme15.xml" ContentType="application/vnd.openxmlformats-officedocument.them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</p:sldMasterIdLst>
  <p:notesMasterIdLst>
    <p:notesMasterId r:id="rId66"/>
  </p:notesMasterIdLst>
  <p:sldIdLst>
    <p:sldId id="256" r:id="rId30"/>
    <p:sldId id="257" r:id="rId31"/>
    <p:sldId id="258" r:id="rId32"/>
    <p:sldId id="259" r:id="rId33"/>
    <p:sldId id="260" r:id="rId34"/>
    <p:sldId id="261" r:id="rId35"/>
    <p:sldId id="262" r:id="rId36"/>
    <p:sldId id="263" r:id="rId37"/>
    <p:sldId id="264" r:id="rId38"/>
    <p:sldId id="265" r:id="rId39"/>
    <p:sldId id="266" r:id="rId40"/>
    <p:sldId id="267" r:id="rId41"/>
    <p:sldId id="268" r:id="rId42"/>
    <p:sldId id="269" r:id="rId43"/>
    <p:sldId id="270" r:id="rId44"/>
    <p:sldId id="271" r:id="rId45"/>
    <p:sldId id="272" r:id="rId46"/>
    <p:sldId id="273" r:id="rId47"/>
    <p:sldId id="274" r:id="rId48"/>
    <p:sldId id="275" r:id="rId49"/>
    <p:sldId id="276" r:id="rId50"/>
    <p:sldId id="277" r:id="rId51"/>
    <p:sldId id="278" r:id="rId52"/>
    <p:sldId id="279" r:id="rId53"/>
    <p:sldId id="280" r:id="rId54"/>
    <p:sldId id="281" r:id="rId55"/>
    <p:sldId id="282" r:id="rId56"/>
    <p:sldId id="283" r:id="rId57"/>
    <p:sldId id="284" r:id="rId58"/>
    <p:sldId id="285" r:id="rId59"/>
    <p:sldId id="286" r:id="rId60"/>
    <p:sldId id="287" r:id="rId61"/>
    <p:sldId id="288" r:id="rId62"/>
    <p:sldId id="289" r:id="rId63"/>
    <p:sldId id="290" r:id="rId64"/>
    <p:sldId id="291" r:id="rId6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0" d="6"/>
          <a:sy n="0" d="2"/>
        </p:scale>
        <p:origin x="1197387136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theme" Target="theme/theme1.xml"/><Relationship Id="rId16" Type="http://schemas.openxmlformats.org/officeDocument/2006/relationships/theme" Target="theme/theme2.xml"/><Relationship Id="rId17" Type="http://schemas.openxmlformats.org/officeDocument/2006/relationships/theme" Target="theme/theme3.xml"/><Relationship Id="rId18" Type="http://schemas.openxmlformats.org/officeDocument/2006/relationships/theme" Target="theme/theme4.xml"/><Relationship Id="rId19" Type="http://schemas.openxmlformats.org/officeDocument/2006/relationships/theme" Target="theme/theme5.xml"/><Relationship Id="rId20" Type="http://schemas.openxmlformats.org/officeDocument/2006/relationships/theme" Target="theme/theme6.xml"/><Relationship Id="rId21" Type="http://schemas.openxmlformats.org/officeDocument/2006/relationships/theme" Target="theme/theme7.xml"/><Relationship Id="rId22" Type="http://schemas.openxmlformats.org/officeDocument/2006/relationships/theme" Target="theme/theme8.xml"/><Relationship Id="rId23" Type="http://schemas.openxmlformats.org/officeDocument/2006/relationships/theme" Target="theme/theme9.xml"/><Relationship Id="rId24" Type="http://schemas.openxmlformats.org/officeDocument/2006/relationships/theme" Target="theme/theme10.xml"/><Relationship Id="rId25" Type="http://schemas.openxmlformats.org/officeDocument/2006/relationships/theme" Target="theme/theme11.xml"/><Relationship Id="rId26" Type="http://schemas.openxmlformats.org/officeDocument/2006/relationships/theme" Target="theme/theme12.xml"/><Relationship Id="rId27" Type="http://schemas.openxmlformats.org/officeDocument/2006/relationships/theme" Target="theme/theme13.xml"/><Relationship Id="rId28" Type="http://schemas.openxmlformats.org/officeDocument/2006/relationships/theme" Target="theme/theme14.xml"/><Relationship Id="rId29" Type="http://schemas.openxmlformats.org/officeDocument/2006/relationships/theme" Target="theme/theme15.xml"/><Relationship Id="rId30" Type="http://schemas.openxmlformats.org/officeDocument/2006/relationships/slide" Target="slides/slide1.xml"/><Relationship Id="rId31" Type="http://schemas.openxmlformats.org/officeDocument/2006/relationships/slide" Target="slides/slide2.xml"/><Relationship Id="rId32" Type="http://schemas.openxmlformats.org/officeDocument/2006/relationships/slide" Target="slides/slide3.xml"/><Relationship Id="rId33" Type="http://schemas.openxmlformats.org/officeDocument/2006/relationships/slide" Target="slides/slide4.xml"/><Relationship Id="rId34" Type="http://schemas.openxmlformats.org/officeDocument/2006/relationships/slide" Target="slides/slide5.xml"/><Relationship Id="rId35" Type="http://schemas.openxmlformats.org/officeDocument/2006/relationships/slide" Target="slides/slide6.xml"/><Relationship Id="rId36" Type="http://schemas.openxmlformats.org/officeDocument/2006/relationships/slide" Target="slides/slide7.xml"/><Relationship Id="rId37" Type="http://schemas.openxmlformats.org/officeDocument/2006/relationships/slide" Target="slides/slide8.xml"/><Relationship Id="rId38" Type="http://schemas.openxmlformats.org/officeDocument/2006/relationships/slide" Target="slides/slide9.xml"/><Relationship Id="rId39" Type="http://schemas.openxmlformats.org/officeDocument/2006/relationships/slide" Target="slides/slide10.xml"/><Relationship Id="rId40" Type="http://schemas.openxmlformats.org/officeDocument/2006/relationships/slide" Target="slides/slide11.xml"/><Relationship Id="rId41" Type="http://schemas.openxmlformats.org/officeDocument/2006/relationships/slide" Target="slides/slide12.xml"/><Relationship Id="rId42" Type="http://schemas.openxmlformats.org/officeDocument/2006/relationships/slide" Target="slides/slide13.xml"/><Relationship Id="rId43" Type="http://schemas.openxmlformats.org/officeDocument/2006/relationships/slide" Target="slides/slide14.xml"/><Relationship Id="rId44" Type="http://schemas.openxmlformats.org/officeDocument/2006/relationships/slide" Target="slides/slide15.xml"/><Relationship Id="rId45" Type="http://schemas.openxmlformats.org/officeDocument/2006/relationships/slide" Target="slides/slide16.xml"/><Relationship Id="rId46" Type="http://schemas.openxmlformats.org/officeDocument/2006/relationships/slide" Target="slides/slide17.xml"/><Relationship Id="rId47" Type="http://schemas.openxmlformats.org/officeDocument/2006/relationships/slide" Target="slides/slide18.xml"/><Relationship Id="rId48" Type="http://schemas.openxmlformats.org/officeDocument/2006/relationships/slide" Target="slides/slide19.xml"/><Relationship Id="rId49" Type="http://schemas.openxmlformats.org/officeDocument/2006/relationships/slide" Target="slides/slide20.xml"/><Relationship Id="rId50" Type="http://schemas.openxmlformats.org/officeDocument/2006/relationships/slide" Target="slides/slide21.xml"/><Relationship Id="rId51" Type="http://schemas.openxmlformats.org/officeDocument/2006/relationships/slide" Target="slides/slide22.xml"/><Relationship Id="rId52" Type="http://schemas.openxmlformats.org/officeDocument/2006/relationships/slide" Target="slides/slide23.xml"/><Relationship Id="rId53" Type="http://schemas.openxmlformats.org/officeDocument/2006/relationships/slide" Target="slides/slide24.xml"/><Relationship Id="rId54" Type="http://schemas.openxmlformats.org/officeDocument/2006/relationships/slide" Target="slides/slide25.xml"/><Relationship Id="rId55" Type="http://schemas.openxmlformats.org/officeDocument/2006/relationships/slide" Target="slides/slide26.xml"/><Relationship Id="rId56" Type="http://schemas.openxmlformats.org/officeDocument/2006/relationships/slide" Target="slides/slide27.xml"/><Relationship Id="rId57" Type="http://schemas.openxmlformats.org/officeDocument/2006/relationships/slide" Target="slides/slide28.xml"/><Relationship Id="rId58" Type="http://schemas.openxmlformats.org/officeDocument/2006/relationships/slide" Target="slides/slide29.xml"/><Relationship Id="rId59" Type="http://schemas.openxmlformats.org/officeDocument/2006/relationships/slide" Target="slides/slide30.xml"/><Relationship Id="rId60" Type="http://schemas.openxmlformats.org/officeDocument/2006/relationships/slide" Target="slides/slide31.xml"/><Relationship Id="rId61" Type="http://schemas.openxmlformats.org/officeDocument/2006/relationships/slide" Target="slides/slide32.xml"/><Relationship Id="rId62" Type="http://schemas.openxmlformats.org/officeDocument/2006/relationships/slide" Target="slides/slide33.xml"/><Relationship Id="rId63" Type="http://schemas.openxmlformats.org/officeDocument/2006/relationships/slide" Target="slides/slide34.xml"/><Relationship Id="rId64" Type="http://schemas.openxmlformats.org/officeDocument/2006/relationships/slide" Target="slides/slide35.xml"/><Relationship Id="rId65" Type="http://schemas.openxmlformats.org/officeDocument/2006/relationships/slide" Target="slides/slide36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 /><Relationship Id="rId68" Type="http://schemas.openxmlformats.org/officeDocument/2006/relationships/tableStyles" Target="tableStyles.xml" /><Relationship Id="rId6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263719" name="PlaceHolder 1"/>
          <p:cNvSpPr>
            <a:spLocks noGrp="1"/>
          </p:cNvSpPr>
          <p:nvPr>
            <p:ph type="sldImg"/>
          </p:nvPr>
        </p:nvSpPr>
        <p:spPr bwMode="auto"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lang="en-US" sz="5400" b="0" strike="noStrike" spc="-1">
                <a:solidFill>
                  <a:schemeClr val="dk1"/>
                </a:solidFill>
                <a:latin typeface="Calibri"/>
              </a:rPr>
              <a:t>Pulse para desplazar la diapositiva</a:t>
            </a:r>
            <a:endParaRPr lang="en-U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02050422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640" cy="481103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6000" indent="-216000">
              <a:buNone/>
              <a:defRPr/>
            </a:pPr>
            <a:r>
              <a:rPr lang="es-ES" sz="2000" b="0" strike="noStrike" spc="-1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179156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  <a:defRPr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&lt;cabecera&gt;</a:t>
            </a:r>
            <a:endParaRPr lang="es-E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800731" name="PlaceHolder 4"/>
          <p:cNvSpPr>
            <a:spLocks noGrp="1"/>
          </p:cNvSpPr>
          <p:nvPr>
            <p:ph type="dt" idx="43"/>
          </p:nvPr>
        </p:nvSpPr>
        <p:spPr bwMode="auto"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  <a:endParaRPr lang="es-E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350906" name="PlaceHolder 5"/>
          <p:cNvSpPr>
            <a:spLocks noGrp="1"/>
          </p:cNvSpPr>
          <p:nvPr>
            <p:ph type="ftr" idx="44"/>
          </p:nvPr>
        </p:nvSpPr>
        <p:spPr bwMode="auto"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  <a:endParaRPr lang="es-E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5596192" name="PlaceHolder 6"/>
          <p:cNvSpPr>
            <a:spLocks noGrp="1"/>
          </p:cNvSpPr>
          <p:nvPr>
            <p:ph type="sldNum" idx="45"/>
          </p:nvPr>
        </p:nvSpPr>
        <p:spPr bwMode="auto"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fld id="{9E58CAF3-8660-46A7-80A0-501DB87302EF}" type="slidenum"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&lt;número&gt;</a:t>
            </a:fld>
            <a:endParaRPr lang="es-E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B4EB84-0F51-6E5D-69BC-314C25EECD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571000" name="Google Shape;128;p2:notes"/>
          <p:cNvSpPr/>
          <p:nvPr/>
        </p:nvSpPr>
        <p:spPr bwMode="auto"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r" defTabSz="457200">
              <a:lnSpc>
                <a:spcPct val="100000"/>
              </a:lnSpc>
              <a:tabLst>
                <a:tab pos="0" algn="l"/>
              </a:tabLst>
              <a:defRPr/>
            </a:pPr>
            <a:fld id="{4E63DA47-1F32-492F-978B-0C257F8EB5C7}" type="slidenum">
              <a:rPr lang="es-AR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&lt;número&gt;</a:t>
            </a:fld>
            <a:endParaRPr lang="es-E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2707665" name="PlaceHolder 1"/>
          <p:cNvSpPr>
            <a:spLocks noGrp="1"/>
          </p:cNvSpPr>
          <p:nvPr>
            <p:ph type="sldImg"/>
          </p:nvPr>
        </p:nvSpPr>
        <p:spPr bwMode="auto"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76690021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6000" indent="-216000">
              <a:buNone/>
              <a:defRPr/>
            </a:pPr>
            <a:endParaRPr lang="es-ES" sz="1200" b="0" strike="noStrike" spc="-1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386349298" name="Google Shape;131;p2:notes"/>
          <p:cNvSpPr/>
          <p:nvPr/>
        </p:nvSpPr>
        <p:spPr bwMode="auto">
          <a:xfrm>
            <a:off x="3884760" y="8685360"/>
            <a:ext cx="2970720" cy="456120"/>
          </a:xfrm>
          <a:custGeom>
            <a:avLst/>
            <a:gdLst>
              <a:gd name="textAreaLeft" fmla="*/ 0 w 2970720"/>
              <a:gd name="textAreaRight" fmla="*/ 2971080 w 2970720"/>
              <a:gd name="textAreaTop" fmla="*/ 0 h 456120"/>
              <a:gd name="textAreaBottom" fmla="*/ 456480 h 45612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 defTabSz="457200">
              <a:lnSpc>
                <a:spcPct val="100000"/>
              </a:lnSpc>
              <a:tabLst>
                <a:tab pos="0" algn="l"/>
              </a:tabLst>
              <a:defRPr/>
            </a:pPr>
            <a:fld id="{5E4AA141-6CEB-4E28-B5AD-A922254C0E5D}" type="slidenum">
              <a:rPr lang="es-AR" sz="1200" b="0" strike="noStrike" spc="-1">
                <a:solidFill>
                  <a:srgbClr val="000000"/>
                </a:solidFill>
                <a:latin typeface="Arial"/>
                <a:ea typeface="Arial"/>
              </a:rPr>
              <a:t>&lt;número&gt;</a:t>
            </a:fld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253E6E-2803-F88D-6029-B4CC9EC070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A1C858-928D-6501-3A91-4C7F1FDB01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906052-CA00-B00C-B9C8-6816F52AEB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250B7A-7A2D-26F9-FD72-35FFECB0B6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E52002-8664-DB7A-30AF-E939073526C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B5107C-D473-4064-7080-2D58F24BE0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D794B1-1CB0-DF0B-AFBB-44FD1275EE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379453" name="PlaceHolder 1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Arial"/>
                <a:ea typeface="Arial"/>
              </a:rPr>
              <a:t>Conocidos : se descubren despues de una evaluacion cuidadosa de la documentacio y otras fuentes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Arial"/>
                <a:ea typeface="Arial"/>
              </a:rPr>
              <a:t>Predecibles:  experiencisa de proyectos anteriores (rotacion de personal, falta de comunicacion con el cliente, etc)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Arial"/>
                <a:ea typeface="Arial"/>
              </a:rPr>
              <a:t>impredecibles: son dificiles de identificar por adelantado 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8224192" name="PlaceHolder 2"/>
          <p:cNvSpPr>
            <a:spLocks noGrp="1"/>
          </p:cNvSpPr>
          <p:nvPr>
            <p:ph type="sldImg"/>
          </p:nvPr>
        </p:nvSpPr>
        <p:spPr bwMode="auto">
          <a:xfrm>
            <a:off x="217440" y="812879"/>
            <a:ext cx="7124400" cy="4008240"/>
          </a:xfrm>
          <a:prstGeom prst="rect">
            <a:avLst/>
          </a:prstGeom>
          <a:ln w="0"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CBFC2F-386A-DA07-3938-4E1651BF79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5752EE-85A0-8F6F-729A-CACE71A08C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DC08A3-A83B-08FF-00D8-1D61F41201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45002D-8CA4-F57F-0640-103C89CC83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49A2D9-0181-B172-5566-0530ACF8FD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3C2E63-31FF-DB97-A87A-401E97B03A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6D9EB9-45B6-B17A-EC0C-D5F5D22BFF0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CE5648-F743-9DC9-A243-52AA6C39F2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B1C5BA-9B88-A8A5-18E1-0D2BB98350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5C745E-0A52-A59D-6D96-F2F442DAA2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572194" name="Google Shape;425;p22:notes"/>
          <p:cNvSpPr/>
          <p:nvPr/>
        </p:nvSpPr>
        <p:spPr bwMode="auto">
          <a:xfrm>
            <a:off x="0" y="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rgbClr val="000000"/>
                </a:solidFill>
                <a:latin typeface="Arial"/>
                <a:ea typeface="Arial"/>
              </a:rPr>
              <a:t>Ingeniería de Software II. Fac. de Informática. UNLP.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8646681" name="Google Shape;426;p22:notes"/>
          <p:cNvSpPr/>
          <p:nvPr/>
        </p:nvSpPr>
        <p:spPr bwMode="auto">
          <a:xfrm>
            <a:off x="3850560" y="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2008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447863" name="Google Shape;427;p22:notes"/>
          <p:cNvSpPr/>
          <p:nvPr/>
        </p:nvSpPr>
        <p:spPr bwMode="auto">
          <a:xfrm>
            <a:off x="0" y="937872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Lic. Patricia M. Pesado.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698872" name="Google Shape;428;p22:notes"/>
          <p:cNvSpPr/>
          <p:nvPr/>
        </p:nvSpPr>
        <p:spPr bwMode="auto">
          <a:xfrm>
            <a:off x="3850560" y="937872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 defTabSz="457200">
              <a:lnSpc>
                <a:spcPct val="100000"/>
              </a:lnSpc>
              <a:tabLst>
                <a:tab pos="0" algn="l"/>
              </a:tabLst>
              <a:defRPr/>
            </a:pPr>
            <a:fld id="{B945C35C-CCA9-4E58-A81B-17309647069C}" type="slidenum"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&lt;número&gt;</a:t>
            </a:fld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445095" name="PlaceHolder 1"/>
          <p:cNvSpPr>
            <a:spLocks noGrp="1"/>
          </p:cNvSpPr>
          <p:nvPr>
            <p:ph type="sldImg"/>
          </p:nvPr>
        </p:nvSpPr>
        <p:spPr bwMode="auto">
          <a:xfrm>
            <a:off x="109440" y="741240"/>
            <a:ext cx="6579720" cy="3701519"/>
          </a:xfrm>
          <a:prstGeom prst="rect">
            <a:avLst/>
          </a:prstGeom>
          <a:ln w="0">
            <a:noFill/>
          </a:ln>
        </p:spPr>
      </p:sp>
      <p:sp>
        <p:nvSpPr>
          <p:cNvPr id="844386528" name="PlaceHolder 2"/>
          <p:cNvSpPr>
            <a:spLocks noGrp="1"/>
          </p:cNvSpPr>
          <p:nvPr>
            <p:ph type="body"/>
          </p:nvPr>
        </p:nvSpPr>
        <p:spPr bwMode="auto">
          <a:xfrm>
            <a:off x="679320" y="4691160"/>
            <a:ext cx="5438160" cy="444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6000" indent="-216000">
              <a:buNone/>
              <a:defRPr/>
            </a:pPr>
            <a:endParaRPr lang="es-ES" sz="1200" b="0" strike="noStrike" spc="-1">
              <a:solidFill>
                <a:schemeClr val="dk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524352" name="Google Shape;425;p22:notes"/>
          <p:cNvSpPr/>
          <p:nvPr/>
        </p:nvSpPr>
        <p:spPr bwMode="auto">
          <a:xfrm>
            <a:off x="0" y="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rgbClr val="000000"/>
                </a:solidFill>
                <a:latin typeface="Arial"/>
                <a:ea typeface="Arial"/>
              </a:rPr>
              <a:t>Ingeniería de Software II. Fac. de Informática. UNLP.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6083909" name="Google Shape;426;p22:notes"/>
          <p:cNvSpPr/>
          <p:nvPr/>
        </p:nvSpPr>
        <p:spPr bwMode="auto">
          <a:xfrm>
            <a:off x="3850560" y="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2008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002567" name="Google Shape;427;p22:notes"/>
          <p:cNvSpPr/>
          <p:nvPr/>
        </p:nvSpPr>
        <p:spPr bwMode="auto">
          <a:xfrm>
            <a:off x="0" y="937872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Lic. Patricia M. Pesado.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965988" name="Google Shape;428;p22:notes"/>
          <p:cNvSpPr/>
          <p:nvPr/>
        </p:nvSpPr>
        <p:spPr bwMode="auto">
          <a:xfrm>
            <a:off x="3850560" y="937872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 defTabSz="457200">
              <a:lnSpc>
                <a:spcPct val="100000"/>
              </a:lnSpc>
              <a:tabLst>
                <a:tab pos="0" algn="l"/>
              </a:tabLst>
              <a:defRPr/>
            </a:pPr>
            <a:fld id="{FB4372AE-3768-4E5D-84D4-ECE7B79F9304}" type="slidenum"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&lt;número&gt;</a:t>
            </a:fld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552199" name="PlaceHolder 1"/>
          <p:cNvSpPr>
            <a:spLocks noGrp="1"/>
          </p:cNvSpPr>
          <p:nvPr>
            <p:ph type="sldImg"/>
          </p:nvPr>
        </p:nvSpPr>
        <p:spPr bwMode="auto">
          <a:xfrm>
            <a:off x="109440" y="741240"/>
            <a:ext cx="6579720" cy="3701519"/>
          </a:xfrm>
          <a:prstGeom prst="rect">
            <a:avLst/>
          </a:prstGeom>
          <a:ln w="0">
            <a:noFill/>
          </a:ln>
        </p:spPr>
      </p:sp>
      <p:sp>
        <p:nvSpPr>
          <p:cNvPr id="1849602079" name="PlaceHolder 2"/>
          <p:cNvSpPr>
            <a:spLocks noGrp="1"/>
          </p:cNvSpPr>
          <p:nvPr>
            <p:ph type="body"/>
          </p:nvPr>
        </p:nvSpPr>
        <p:spPr bwMode="auto">
          <a:xfrm>
            <a:off x="679320" y="4691160"/>
            <a:ext cx="5438160" cy="444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6000" indent="-216000">
              <a:buNone/>
              <a:defRPr/>
            </a:pPr>
            <a:endParaRPr lang="es-ES" sz="1200" b="0" strike="noStrike" spc="-1">
              <a:solidFill>
                <a:schemeClr val="dk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617848" name="Google Shape;425;p22:notes"/>
          <p:cNvSpPr/>
          <p:nvPr/>
        </p:nvSpPr>
        <p:spPr bwMode="auto">
          <a:xfrm>
            <a:off x="0" y="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rgbClr val="000000"/>
                </a:solidFill>
                <a:latin typeface="Arial"/>
                <a:ea typeface="Arial"/>
              </a:rPr>
              <a:t>Ingeniería de Software II. Fac. de Informática. UNLP.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6528690" name="Google Shape;426;p22:notes"/>
          <p:cNvSpPr/>
          <p:nvPr/>
        </p:nvSpPr>
        <p:spPr bwMode="auto">
          <a:xfrm>
            <a:off x="3850560" y="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2008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3712951" name="Google Shape;427;p22:notes"/>
          <p:cNvSpPr/>
          <p:nvPr/>
        </p:nvSpPr>
        <p:spPr bwMode="auto">
          <a:xfrm>
            <a:off x="0" y="937872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Lic. Patricia M. Pesado.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840946" name="Google Shape;428;p22:notes"/>
          <p:cNvSpPr/>
          <p:nvPr/>
        </p:nvSpPr>
        <p:spPr bwMode="auto">
          <a:xfrm>
            <a:off x="3850560" y="937872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 defTabSz="457200">
              <a:lnSpc>
                <a:spcPct val="100000"/>
              </a:lnSpc>
              <a:tabLst>
                <a:tab pos="0" algn="l"/>
              </a:tabLst>
              <a:defRPr/>
            </a:pPr>
            <a:fld id="{1C1BE2D6-5B48-4826-AB49-724F76E842E1}" type="slidenum"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&lt;número&gt;</a:t>
            </a:fld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700283" name="PlaceHolder 1"/>
          <p:cNvSpPr>
            <a:spLocks noGrp="1"/>
          </p:cNvSpPr>
          <p:nvPr>
            <p:ph type="sldImg"/>
          </p:nvPr>
        </p:nvSpPr>
        <p:spPr bwMode="auto">
          <a:xfrm>
            <a:off x="109440" y="741240"/>
            <a:ext cx="6579720" cy="3701519"/>
          </a:xfrm>
          <a:prstGeom prst="rect">
            <a:avLst/>
          </a:prstGeom>
          <a:ln w="0">
            <a:noFill/>
          </a:ln>
        </p:spPr>
      </p:sp>
      <p:sp>
        <p:nvSpPr>
          <p:cNvPr id="2112726389" name="PlaceHolder 2"/>
          <p:cNvSpPr>
            <a:spLocks noGrp="1"/>
          </p:cNvSpPr>
          <p:nvPr>
            <p:ph type="body"/>
          </p:nvPr>
        </p:nvSpPr>
        <p:spPr bwMode="auto">
          <a:xfrm>
            <a:off x="679320" y="4691160"/>
            <a:ext cx="5438160" cy="444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6000" indent="-216000">
              <a:buNone/>
              <a:defRPr/>
            </a:pPr>
            <a:endParaRPr lang="es-ES" sz="1200" b="0" strike="noStrike" spc="-1">
              <a:solidFill>
                <a:schemeClr val="dk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6563861" name="Google Shape;425;p22:notes"/>
          <p:cNvSpPr/>
          <p:nvPr/>
        </p:nvSpPr>
        <p:spPr bwMode="auto">
          <a:xfrm>
            <a:off x="0" y="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rgbClr val="000000"/>
                </a:solidFill>
                <a:latin typeface="Arial"/>
                <a:ea typeface="Arial"/>
              </a:rPr>
              <a:t>Ingeniería de Software II. Fac. de Informática. UNLP.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5083026" name="Google Shape;426;p22:notes"/>
          <p:cNvSpPr/>
          <p:nvPr/>
        </p:nvSpPr>
        <p:spPr bwMode="auto">
          <a:xfrm>
            <a:off x="3850560" y="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2008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0695922" name="Google Shape;427;p22:notes"/>
          <p:cNvSpPr/>
          <p:nvPr/>
        </p:nvSpPr>
        <p:spPr bwMode="auto">
          <a:xfrm>
            <a:off x="0" y="937872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Lic. Patricia M. Pesado.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1501403" name="Google Shape;428;p22:notes"/>
          <p:cNvSpPr/>
          <p:nvPr/>
        </p:nvSpPr>
        <p:spPr bwMode="auto">
          <a:xfrm>
            <a:off x="3850560" y="937872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 defTabSz="457200">
              <a:lnSpc>
                <a:spcPct val="100000"/>
              </a:lnSpc>
              <a:tabLst>
                <a:tab pos="0" algn="l"/>
              </a:tabLst>
              <a:defRPr/>
            </a:pPr>
            <a:fld id="{52A1DD16-A902-44CF-BE08-14DABD1794DA}" type="slidenum"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&lt;número&gt;</a:t>
            </a:fld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784689" name="PlaceHolder 1"/>
          <p:cNvSpPr>
            <a:spLocks noGrp="1"/>
          </p:cNvSpPr>
          <p:nvPr>
            <p:ph type="sldImg"/>
          </p:nvPr>
        </p:nvSpPr>
        <p:spPr bwMode="auto">
          <a:xfrm>
            <a:off x="109440" y="741240"/>
            <a:ext cx="6579720" cy="3701519"/>
          </a:xfrm>
          <a:prstGeom prst="rect">
            <a:avLst/>
          </a:prstGeom>
          <a:ln w="0">
            <a:noFill/>
          </a:ln>
        </p:spPr>
      </p:sp>
      <p:sp>
        <p:nvSpPr>
          <p:cNvPr id="695444328" name="PlaceHolder 2"/>
          <p:cNvSpPr>
            <a:spLocks noGrp="1"/>
          </p:cNvSpPr>
          <p:nvPr>
            <p:ph type="body"/>
          </p:nvPr>
        </p:nvSpPr>
        <p:spPr bwMode="auto">
          <a:xfrm>
            <a:off x="679320" y="4691160"/>
            <a:ext cx="5438160" cy="444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6000" indent="-216000">
              <a:buNone/>
              <a:defRPr/>
            </a:pPr>
            <a:endParaRPr lang="es-ES" sz="1200" b="0" strike="noStrike" spc="-1">
              <a:solidFill>
                <a:schemeClr val="dk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531362" name="Google Shape;425;p22:notes"/>
          <p:cNvSpPr/>
          <p:nvPr/>
        </p:nvSpPr>
        <p:spPr bwMode="auto">
          <a:xfrm>
            <a:off x="0" y="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rgbClr val="000000"/>
                </a:solidFill>
                <a:latin typeface="Arial"/>
                <a:ea typeface="Arial"/>
              </a:rPr>
              <a:t>Ingeniería de Software II. Fac. de Informática. UNLP.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6700700" name="Google Shape;426;p22:notes"/>
          <p:cNvSpPr/>
          <p:nvPr/>
        </p:nvSpPr>
        <p:spPr bwMode="auto">
          <a:xfrm>
            <a:off x="3850560" y="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2008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4026645" name="Google Shape;427;p22:notes"/>
          <p:cNvSpPr/>
          <p:nvPr/>
        </p:nvSpPr>
        <p:spPr bwMode="auto">
          <a:xfrm>
            <a:off x="0" y="937872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Lic. Patricia M. Pesado.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8585855" name="Google Shape;428;p22:notes"/>
          <p:cNvSpPr/>
          <p:nvPr/>
        </p:nvSpPr>
        <p:spPr bwMode="auto">
          <a:xfrm>
            <a:off x="3850560" y="937872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 defTabSz="457200">
              <a:lnSpc>
                <a:spcPct val="100000"/>
              </a:lnSpc>
              <a:tabLst>
                <a:tab pos="0" algn="l"/>
              </a:tabLst>
              <a:defRPr/>
            </a:pPr>
            <a:fld id="{CDF0D9F4-8B59-48B4-BC17-63CCCE8023A6}" type="slidenum"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&lt;número&gt;</a:t>
            </a:fld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2586846" name="PlaceHolder 1"/>
          <p:cNvSpPr>
            <a:spLocks noGrp="1"/>
          </p:cNvSpPr>
          <p:nvPr>
            <p:ph type="sldImg"/>
          </p:nvPr>
        </p:nvSpPr>
        <p:spPr bwMode="auto">
          <a:xfrm>
            <a:off x="109440" y="741240"/>
            <a:ext cx="6579720" cy="3701519"/>
          </a:xfrm>
          <a:prstGeom prst="rect">
            <a:avLst/>
          </a:prstGeom>
          <a:ln w="0">
            <a:noFill/>
          </a:ln>
        </p:spPr>
      </p:sp>
      <p:sp>
        <p:nvSpPr>
          <p:cNvPr id="1367628738" name="PlaceHolder 2"/>
          <p:cNvSpPr>
            <a:spLocks noGrp="1"/>
          </p:cNvSpPr>
          <p:nvPr>
            <p:ph type="body"/>
          </p:nvPr>
        </p:nvSpPr>
        <p:spPr bwMode="auto">
          <a:xfrm>
            <a:off x="679320" y="4691160"/>
            <a:ext cx="5438160" cy="444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6000" indent="-216000">
              <a:buNone/>
              <a:defRPr/>
            </a:pPr>
            <a:endParaRPr lang="es-ES" sz="1200" b="0" strike="noStrike" spc="-1">
              <a:solidFill>
                <a:schemeClr val="dk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EFA4D9-C6CA-93DD-7C89-F9B620938F7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D57833-008C-47B1-397C-27908A74F4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51F2BC-603F-98E4-2A93-3F36C2888B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114650" name="Google Shape;425;p22:notes"/>
          <p:cNvSpPr/>
          <p:nvPr/>
        </p:nvSpPr>
        <p:spPr bwMode="auto">
          <a:xfrm>
            <a:off x="0" y="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rgbClr val="000000"/>
                </a:solidFill>
                <a:latin typeface="Arial"/>
                <a:ea typeface="Arial"/>
              </a:rPr>
              <a:t>Ingeniería de Software II. Fac. de Informática. UNLP.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6790840" name="Google Shape;426;p22:notes"/>
          <p:cNvSpPr/>
          <p:nvPr/>
        </p:nvSpPr>
        <p:spPr bwMode="auto">
          <a:xfrm>
            <a:off x="3850560" y="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2008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16877" name="Google Shape;427;p22:notes"/>
          <p:cNvSpPr/>
          <p:nvPr/>
        </p:nvSpPr>
        <p:spPr bwMode="auto">
          <a:xfrm>
            <a:off x="0" y="937872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Lic. Patricia M. Pesado.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843649" name="Google Shape;428;p22:notes"/>
          <p:cNvSpPr/>
          <p:nvPr/>
        </p:nvSpPr>
        <p:spPr bwMode="auto">
          <a:xfrm>
            <a:off x="3850560" y="937872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 defTabSz="457200">
              <a:lnSpc>
                <a:spcPct val="100000"/>
              </a:lnSpc>
              <a:tabLst>
                <a:tab pos="0" algn="l"/>
              </a:tabLst>
              <a:defRPr/>
            </a:pPr>
            <a:fld id="{1AEEC947-84E4-47A2-AE16-B176ED492F82}" type="slidenum"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&lt;número&gt;</a:t>
            </a:fld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8215321" name="PlaceHolder 1"/>
          <p:cNvSpPr>
            <a:spLocks noGrp="1"/>
          </p:cNvSpPr>
          <p:nvPr>
            <p:ph type="sldImg"/>
          </p:nvPr>
        </p:nvSpPr>
        <p:spPr bwMode="auto">
          <a:xfrm>
            <a:off x="109440" y="741240"/>
            <a:ext cx="6579720" cy="3701519"/>
          </a:xfrm>
          <a:prstGeom prst="rect">
            <a:avLst/>
          </a:prstGeom>
          <a:ln w="0">
            <a:noFill/>
          </a:ln>
        </p:spPr>
      </p:sp>
      <p:sp>
        <p:nvSpPr>
          <p:cNvPr id="997935774" name="PlaceHolder 2"/>
          <p:cNvSpPr>
            <a:spLocks noGrp="1"/>
          </p:cNvSpPr>
          <p:nvPr>
            <p:ph type="body"/>
          </p:nvPr>
        </p:nvSpPr>
        <p:spPr bwMode="auto">
          <a:xfrm>
            <a:off x="679320" y="4691160"/>
            <a:ext cx="5438160" cy="444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6000" indent="-216000">
              <a:buNone/>
              <a:defRPr/>
            </a:pPr>
            <a:endParaRPr lang="es-ES" sz="1200" b="0" strike="noStrike" spc="-1">
              <a:solidFill>
                <a:schemeClr val="dk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721527" name="Google Shape;425;p22:notes"/>
          <p:cNvSpPr/>
          <p:nvPr/>
        </p:nvSpPr>
        <p:spPr bwMode="auto">
          <a:xfrm>
            <a:off x="0" y="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rgbClr val="000000"/>
                </a:solidFill>
                <a:latin typeface="Arial"/>
                <a:ea typeface="Arial"/>
              </a:rPr>
              <a:t>Ingeniería de Software II. Fac. de Informática. UNLP.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9767366" name="Google Shape;426;p22:notes"/>
          <p:cNvSpPr/>
          <p:nvPr/>
        </p:nvSpPr>
        <p:spPr bwMode="auto">
          <a:xfrm>
            <a:off x="3850560" y="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2008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6136112" name="Google Shape;427;p22:notes"/>
          <p:cNvSpPr/>
          <p:nvPr/>
        </p:nvSpPr>
        <p:spPr bwMode="auto">
          <a:xfrm>
            <a:off x="0" y="937872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Lic. Patricia M. Pesado.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284152" name="Google Shape;428;p22:notes"/>
          <p:cNvSpPr/>
          <p:nvPr/>
        </p:nvSpPr>
        <p:spPr bwMode="auto">
          <a:xfrm>
            <a:off x="3850560" y="937872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 defTabSz="457200">
              <a:lnSpc>
                <a:spcPct val="100000"/>
              </a:lnSpc>
              <a:tabLst>
                <a:tab pos="0" algn="l"/>
              </a:tabLst>
              <a:defRPr/>
            </a:pPr>
            <a:fld id="{BD090961-3876-4FF3-B13F-933E77FB817F}" type="slidenum"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&lt;número&gt;</a:t>
            </a:fld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5999457" name="PlaceHolder 1"/>
          <p:cNvSpPr>
            <a:spLocks noGrp="1"/>
          </p:cNvSpPr>
          <p:nvPr>
            <p:ph type="sldImg"/>
          </p:nvPr>
        </p:nvSpPr>
        <p:spPr bwMode="auto">
          <a:xfrm>
            <a:off x="109440" y="741240"/>
            <a:ext cx="6579720" cy="3701519"/>
          </a:xfrm>
          <a:prstGeom prst="rect">
            <a:avLst/>
          </a:prstGeom>
          <a:ln w="0">
            <a:noFill/>
          </a:ln>
        </p:spPr>
      </p:sp>
      <p:sp>
        <p:nvSpPr>
          <p:cNvPr id="1916690407" name="PlaceHolder 2"/>
          <p:cNvSpPr>
            <a:spLocks noGrp="1"/>
          </p:cNvSpPr>
          <p:nvPr>
            <p:ph type="body"/>
          </p:nvPr>
        </p:nvSpPr>
        <p:spPr bwMode="auto">
          <a:xfrm>
            <a:off x="679320" y="4691160"/>
            <a:ext cx="5438160" cy="444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6000" indent="-216000">
              <a:buNone/>
              <a:defRPr/>
            </a:pPr>
            <a:endParaRPr lang="es-ES" sz="1200" b="0" strike="noStrike" spc="-1">
              <a:solidFill>
                <a:schemeClr val="dk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22526" name="Google Shape;425;p22:notes"/>
          <p:cNvSpPr/>
          <p:nvPr/>
        </p:nvSpPr>
        <p:spPr bwMode="auto">
          <a:xfrm>
            <a:off x="0" y="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rgbClr val="000000"/>
                </a:solidFill>
                <a:latin typeface="Arial"/>
                <a:ea typeface="Arial"/>
              </a:rPr>
              <a:t>Ingeniería de Software II. Fac. de Informática. UNLP.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353108" name="Google Shape;426;p22:notes"/>
          <p:cNvSpPr/>
          <p:nvPr/>
        </p:nvSpPr>
        <p:spPr bwMode="auto">
          <a:xfrm>
            <a:off x="3850560" y="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2008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706754" name="Google Shape;427;p22:notes"/>
          <p:cNvSpPr/>
          <p:nvPr/>
        </p:nvSpPr>
        <p:spPr bwMode="auto">
          <a:xfrm>
            <a:off x="0" y="937872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Lic. Patricia M. Pesado.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375015" name="Google Shape;428;p22:notes"/>
          <p:cNvSpPr/>
          <p:nvPr/>
        </p:nvSpPr>
        <p:spPr bwMode="auto">
          <a:xfrm>
            <a:off x="3850560" y="937872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 defTabSz="457200">
              <a:lnSpc>
                <a:spcPct val="100000"/>
              </a:lnSpc>
              <a:tabLst>
                <a:tab pos="0" algn="l"/>
              </a:tabLst>
              <a:defRPr/>
            </a:pPr>
            <a:fld id="{12D27A1E-722B-4205-BE63-D06B6B345133}" type="slidenum"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&lt;número&gt;</a:t>
            </a:fld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1081429" name="PlaceHolder 1"/>
          <p:cNvSpPr>
            <a:spLocks noGrp="1"/>
          </p:cNvSpPr>
          <p:nvPr>
            <p:ph type="sldImg"/>
          </p:nvPr>
        </p:nvSpPr>
        <p:spPr bwMode="auto">
          <a:xfrm>
            <a:off x="109440" y="741240"/>
            <a:ext cx="6579720" cy="3701519"/>
          </a:xfrm>
          <a:prstGeom prst="rect">
            <a:avLst/>
          </a:prstGeom>
          <a:ln w="0">
            <a:noFill/>
          </a:ln>
        </p:spPr>
      </p:sp>
      <p:sp>
        <p:nvSpPr>
          <p:cNvPr id="1841497208" name="PlaceHolder 2"/>
          <p:cNvSpPr>
            <a:spLocks noGrp="1"/>
          </p:cNvSpPr>
          <p:nvPr>
            <p:ph type="body"/>
          </p:nvPr>
        </p:nvSpPr>
        <p:spPr bwMode="auto">
          <a:xfrm>
            <a:off x="679320" y="4691160"/>
            <a:ext cx="5438160" cy="444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6000" indent="-216000">
              <a:buNone/>
              <a:defRPr/>
            </a:pPr>
            <a:endParaRPr lang="es-ES" sz="1200" b="0" strike="noStrike" spc="-1">
              <a:solidFill>
                <a:schemeClr val="dk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BF0021-473D-9EA6-409D-7F4C5E119C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2832681" name="Google Shape;425;p22:notes"/>
          <p:cNvSpPr/>
          <p:nvPr/>
        </p:nvSpPr>
        <p:spPr bwMode="auto">
          <a:xfrm>
            <a:off x="0" y="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rgbClr val="000000"/>
                </a:solidFill>
                <a:latin typeface="Arial"/>
                <a:ea typeface="Arial"/>
              </a:rPr>
              <a:t>Ingeniería de Software II. Fac. de Informática. UNLP.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2250665" name="Google Shape;426;p22:notes"/>
          <p:cNvSpPr/>
          <p:nvPr/>
        </p:nvSpPr>
        <p:spPr bwMode="auto">
          <a:xfrm>
            <a:off x="3850560" y="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2008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863148" name="Google Shape;427;p22:notes"/>
          <p:cNvSpPr/>
          <p:nvPr/>
        </p:nvSpPr>
        <p:spPr bwMode="auto">
          <a:xfrm>
            <a:off x="0" y="937872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Lic. Patricia M. Pesado.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573111" name="Google Shape;428;p22:notes"/>
          <p:cNvSpPr/>
          <p:nvPr/>
        </p:nvSpPr>
        <p:spPr bwMode="auto">
          <a:xfrm>
            <a:off x="3850560" y="937872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 defTabSz="457200">
              <a:lnSpc>
                <a:spcPct val="100000"/>
              </a:lnSpc>
              <a:tabLst>
                <a:tab pos="0" algn="l"/>
              </a:tabLst>
              <a:defRPr/>
            </a:pPr>
            <a:fld id="{7E505320-7A6D-420B-AEC4-C04835325B82}" type="slidenum"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&lt;número&gt;</a:t>
            </a:fld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0836660" name="PlaceHolder 1"/>
          <p:cNvSpPr>
            <a:spLocks noGrp="1"/>
          </p:cNvSpPr>
          <p:nvPr>
            <p:ph type="sldImg"/>
          </p:nvPr>
        </p:nvSpPr>
        <p:spPr bwMode="auto">
          <a:xfrm>
            <a:off x="109440" y="741240"/>
            <a:ext cx="6579720" cy="3701519"/>
          </a:xfrm>
          <a:prstGeom prst="rect">
            <a:avLst/>
          </a:prstGeom>
          <a:ln w="0">
            <a:noFill/>
          </a:ln>
        </p:spPr>
      </p:sp>
      <p:sp>
        <p:nvSpPr>
          <p:cNvPr id="1742931608" name="PlaceHolder 2"/>
          <p:cNvSpPr>
            <a:spLocks noGrp="1"/>
          </p:cNvSpPr>
          <p:nvPr>
            <p:ph type="body"/>
          </p:nvPr>
        </p:nvSpPr>
        <p:spPr bwMode="auto">
          <a:xfrm>
            <a:off x="679320" y="4691160"/>
            <a:ext cx="5438160" cy="444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6000" indent="-216000">
              <a:buNone/>
              <a:defRPr/>
            </a:pPr>
            <a:endParaRPr lang="es-ES" sz="1200" b="0" strike="noStrike" spc="-1">
              <a:solidFill>
                <a:schemeClr val="dk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402891" name="Google Shape;425;p22:notes"/>
          <p:cNvSpPr/>
          <p:nvPr/>
        </p:nvSpPr>
        <p:spPr bwMode="auto">
          <a:xfrm>
            <a:off x="0" y="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rgbClr val="000000"/>
                </a:solidFill>
                <a:latin typeface="Arial"/>
                <a:ea typeface="Arial"/>
              </a:rPr>
              <a:t>Ingeniería de Software II. Fac. de Informática. UNLP.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1501767" name="Google Shape;426;p22:notes"/>
          <p:cNvSpPr/>
          <p:nvPr/>
        </p:nvSpPr>
        <p:spPr bwMode="auto">
          <a:xfrm>
            <a:off x="3850560" y="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2008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0007721" name="Google Shape;427;p22:notes"/>
          <p:cNvSpPr/>
          <p:nvPr/>
        </p:nvSpPr>
        <p:spPr bwMode="auto">
          <a:xfrm>
            <a:off x="0" y="937872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Lic. Patricia M. Pesado.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006576" name="Google Shape;428;p22:notes"/>
          <p:cNvSpPr/>
          <p:nvPr/>
        </p:nvSpPr>
        <p:spPr bwMode="auto">
          <a:xfrm>
            <a:off x="3850560" y="937872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 defTabSz="457200">
              <a:lnSpc>
                <a:spcPct val="100000"/>
              </a:lnSpc>
              <a:tabLst>
                <a:tab pos="0" algn="l"/>
              </a:tabLst>
              <a:defRPr/>
            </a:pPr>
            <a:fld id="{16E8EE1D-9B77-4382-8666-EC065BEF4E0C}" type="slidenum"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&lt;número&gt;</a:t>
            </a:fld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19282" name="PlaceHolder 1"/>
          <p:cNvSpPr>
            <a:spLocks noGrp="1"/>
          </p:cNvSpPr>
          <p:nvPr>
            <p:ph type="sldImg"/>
          </p:nvPr>
        </p:nvSpPr>
        <p:spPr bwMode="auto">
          <a:xfrm>
            <a:off x="109440" y="741240"/>
            <a:ext cx="6579720" cy="3701519"/>
          </a:xfrm>
          <a:prstGeom prst="rect">
            <a:avLst/>
          </a:prstGeom>
          <a:ln w="0">
            <a:noFill/>
          </a:ln>
        </p:spPr>
      </p:sp>
      <p:sp>
        <p:nvSpPr>
          <p:cNvPr id="2050046111" name="PlaceHolder 2"/>
          <p:cNvSpPr>
            <a:spLocks noGrp="1"/>
          </p:cNvSpPr>
          <p:nvPr>
            <p:ph type="body"/>
          </p:nvPr>
        </p:nvSpPr>
        <p:spPr bwMode="auto">
          <a:xfrm>
            <a:off x="679320" y="4691160"/>
            <a:ext cx="5438160" cy="444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6000" indent="-216000">
              <a:buNone/>
              <a:defRPr/>
            </a:pPr>
            <a:endParaRPr lang="es-ES" sz="1200" b="0" strike="noStrike" spc="-1">
              <a:solidFill>
                <a:schemeClr val="dk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BA2D1-C47F-D187-52DC-98E43FAE73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012628" name="Google Shape;425;p22:notes"/>
          <p:cNvSpPr/>
          <p:nvPr/>
        </p:nvSpPr>
        <p:spPr bwMode="auto">
          <a:xfrm>
            <a:off x="0" y="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rgbClr val="000000"/>
                </a:solidFill>
                <a:latin typeface="Arial"/>
                <a:ea typeface="Arial"/>
              </a:rPr>
              <a:t>Ingeniería de Software II. Fac. de Informática. UNLP.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050533" name="Google Shape;426;p22:notes"/>
          <p:cNvSpPr/>
          <p:nvPr/>
        </p:nvSpPr>
        <p:spPr bwMode="auto">
          <a:xfrm>
            <a:off x="3850560" y="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2008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9071478" name="Google Shape;427;p22:notes"/>
          <p:cNvSpPr/>
          <p:nvPr/>
        </p:nvSpPr>
        <p:spPr bwMode="auto">
          <a:xfrm>
            <a:off x="0" y="937872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Lic. Patricia M. Pesado.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80240" name="Google Shape;428;p22:notes"/>
          <p:cNvSpPr/>
          <p:nvPr/>
        </p:nvSpPr>
        <p:spPr bwMode="auto">
          <a:xfrm>
            <a:off x="3850560" y="9378720"/>
            <a:ext cx="2944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 defTabSz="457200">
              <a:lnSpc>
                <a:spcPct val="100000"/>
              </a:lnSpc>
              <a:tabLst>
                <a:tab pos="0" algn="l"/>
              </a:tabLst>
              <a:defRPr/>
            </a:pPr>
            <a:fld id="{F1CD82F1-1ED9-419D-83A9-1D2C31013B20}" type="slidenum">
              <a:rPr lang="es-ES" sz="1200" b="0" strike="noStrike" spc="-1">
                <a:solidFill>
                  <a:schemeClr val="dk1"/>
                </a:solidFill>
                <a:latin typeface="Times New Roman"/>
                <a:ea typeface="Times New Roman"/>
              </a:rPr>
              <a:t>&lt;número&gt;</a:t>
            </a:fld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830525" name="PlaceHolder 1"/>
          <p:cNvSpPr>
            <a:spLocks noGrp="1"/>
          </p:cNvSpPr>
          <p:nvPr>
            <p:ph type="sldImg"/>
          </p:nvPr>
        </p:nvSpPr>
        <p:spPr bwMode="auto">
          <a:xfrm>
            <a:off x="109440" y="741240"/>
            <a:ext cx="6579720" cy="3701519"/>
          </a:xfrm>
          <a:prstGeom prst="rect">
            <a:avLst/>
          </a:prstGeom>
          <a:ln w="0">
            <a:noFill/>
          </a:ln>
        </p:spPr>
      </p:sp>
      <p:sp>
        <p:nvSpPr>
          <p:cNvPr id="514234720" name="PlaceHolder 2"/>
          <p:cNvSpPr>
            <a:spLocks noGrp="1"/>
          </p:cNvSpPr>
          <p:nvPr>
            <p:ph type="body"/>
          </p:nvPr>
        </p:nvSpPr>
        <p:spPr bwMode="auto">
          <a:xfrm>
            <a:off x="679320" y="4691160"/>
            <a:ext cx="5438160" cy="444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6000" indent="-216000">
              <a:buNone/>
              <a:defRPr/>
            </a:pPr>
            <a:endParaRPr lang="es-ES" sz="1200" b="0" strike="noStrike" spc="-1">
              <a:solidFill>
                <a:schemeClr val="dk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a de título con p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361147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10797964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1476284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247117369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EAD4155D-C283-402C-9151-1C7099A9877A}" type="slidenum">
              <a:rPr/>
              <a:t>&lt;#&gt;</a:t>
            </a:fld>
            <a:endParaRPr/>
          </a:p>
        </p:txBody>
      </p:sp>
      <p:sp>
        <p:nvSpPr>
          <p:cNvPr id="862909688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ítulo y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450130" name="PlaceHolder 1"/>
          <p:cNvSpPr>
            <a:spLocks noGrp="1"/>
          </p:cNvSpPr>
          <p:nvPr>
            <p:ph type="ftr" idx="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88776803" name="PlaceHolder 2"/>
          <p:cNvSpPr>
            <a:spLocks noGrp="1"/>
          </p:cNvSpPr>
          <p:nvPr>
            <p:ph type="sldNum" idx="6"/>
          </p:nvPr>
        </p:nvSpPr>
        <p:spPr bwMode="auto"/>
        <p:txBody>
          <a:bodyPr/>
          <a:p>
            <a:pPr>
              <a:defRPr/>
            </a:pPr>
            <a:fld id="{5B153FC5-449B-4EC5-B057-0362694BD91D}" type="slidenum">
              <a:rPr/>
              <a:t>&lt;#&gt;</a:t>
            </a:fld>
            <a:endParaRPr/>
          </a:p>
        </p:txBody>
      </p:sp>
      <p:sp>
        <p:nvSpPr>
          <p:cNvPr id="1330177849" name="PlaceHolder 3"/>
          <p:cNvSpPr>
            <a:spLocks noGrp="1"/>
          </p:cNvSpPr>
          <p:nvPr>
            <p:ph type="dt" idx="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ítulo vertical y tex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790220" name="PlaceHolder 1"/>
          <p:cNvSpPr>
            <a:spLocks noGrp="1"/>
          </p:cNvSpPr>
          <p:nvPr>
            <p:ph type="ftr" idx="8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31466042" name="PlaceHolder 2"/>
          <p:cNvSpPr>
            <a:spLocks noGrp="1"/>
          </p:cNvSpPr>
          <p:nvPr>
            <p:ph type="sldNum" idx="9"/>
          </p:nvPr>
        </p:nvSpPr>
        <p:spPr bwMode="auto"/>
        <p:txBody>
          <a:bodyPr/>
          <a:p>
            <a:pPr>
              <a:defRPr/>
            </a:pPr>
            <a:fld id="{A75ED328-DB32-46EA-8065-FEBB71AB783B}" type="slidenum">
              <a:rPr/>
              <a:t>&lt;#&gt;</a:t>
            </a:fld>
            <a:endParaRPr/>
          </a:p>
        </p:txBody>
      </p:sp>
      <p:sp>
        <p:nvSpPr>
          <p:cNvPr id="845085131" name="PlaceHolder 3"/>
          <p:cNvSpPr>
            <a:spLocks noGrp="1"/>
          </p:cNvSpPr>
          <p:nvPr>
            <p:ph type="dt" idx="7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1_En bl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5189434" name="PlaceHolder 1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463982598" name="PlaceHolder 2"/>
          <p:cNvSpPr>
            <a:spLocks noGrp="1"/>
          </p:cNvSpPr>
          <p:nvPr>
            <p:ph type="sldNum" idx="12"/>
          </p:nvPr>
        </p:nvSpPr>
        <p:spPr bwMode="auto"/>
        <p:txBody>
          <a:bodyPr/>
          <a:p>
            <a:pPr>
              <a:defRPr/>
            </a:pPr>
            <a:fld id="{6E2F50FB-1CAA-4DC8-8041-76865E487FB2}" type="slidenum">
              <a:rPr/>
              <a:t>&lt;#&gt;</a:t>
            </a:fld>
            <a:endParaRPr/>
          </a:p>
        </p:txBody>
      </p:sp>
      <p:sp>
        <p:nvSpPr>
          <p:cNvPr id="1196145991" name="PlaceHolder 3"/>
          <p:cNvSpPr>
            <a:spLocks noGrp="1"/>
          </p:cNvSpPr>
          <p:nvPr>
            <p:ph type="dt" idx="10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1_Imagen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20285" name="PlaceHolder 1"/>
          <p:cNvSpPr>
            <a:spLocks noGrp="1"/>
          </p:cNvSpPr>
          <p:nvPr>
            <p:ph type="ftr" idx="14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46423253" name="PlaceHolder 2"/>
          <p:cNvSpPr>
            <a:spLocks noGrp="1"/>
          </p:cNvSpPr>
          <p:nvPr>
            <p:ph type="sldNum" idx="15"/>
          </p:nvPr>
        </p:nvSpPr>
        <p:spPr bwMode="auto"/>
        <p:txBody>
          <a:bodyPr/>
          <a:p>
            <a:pPr>
              <a:defRPr/>
            </a:pPr>
            <a:fld id="{582FEBBA-7AA7-4B86-AC2E-AC1BBAFF9D2E}" type="slidenum">
              <a:rPr/>
              <a:t>&lt;#&gt;</a:t>
            </a:fld>
            <a:endParaRPr/>
          </a:p>
        </p:txBody>
      </p:sp>
      <p:sp>
        <p:nvSpPr>
          <p:cNvPr id="2105638303" name="PlaceHolder 3"/>
          <p:cNvSpPr>
            <a:spLocks noGrp="1"/>
          </p:cNvSpPr>
          <p:nvPr>
            <p:ph type="dt" idx="1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Normal con fuente 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337203" name="PlaceHolder 1"/>
          <p:cNvSpPr>
            <a:spLocks noGrp="1"/>
          </p:cNvSpPr>
          <p:nvPr>
            <p:ph type="ftr" idx="17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123755558" name="PlaceHolder 2"/>
          <p:cNvSpPr>
            <a:spLocks noGrp="1"/>
          </p:cNvSpPr>
          <p:nvPr>
            <p:ph type="sldNum" idx="18"/>
          </p:nvPr>
        </p:nvSpPr>
        <p:spPr bwMode="auto"/>
        <p:txBody>
          <a:bodyPr/>
          <a:p>
            <a:pPr>
              <a:defRPr/>
            </a:pPr>
            <a:fld id="{D497740A-CCB5-4D99-9A46-7D75A5E2334C}" type="slidenum">
              <a:rPr/>
              <a:t>&lt;#&gt;</a:t>
            </a:fld>
            <a:endParaRPr/>
          </a:p>
        </p:txBody>
      </p:sp>
      <p:sp>
        <p:nvSpPr>
          <p:cNvPr id="737926050" name="PlaceHolder 3"/>
          <p:cNvSpPr>
            <a:spLocks noGrp="1"/>
          </p:cNvSpPr>
          <p:nvPr>
            <p:ph type="dt" idx="16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ítulo y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922395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122073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15562293" name="PlaceHolder 3"/>
          <p:cNvSpPr>
            <a:spLocks noGrp="1"/>
          </p:cNvSpPr>
          <p:nvPr>
            <p:ph type="ftr" idx="20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166458714" name="PlaceHolder 4"/>
          <p:cNvSpPr>
            <a:spLocks noGrp="1"/>
          </p:cNvSpPr>
          <p:nvPr>
            <p:ph type="sldNum" idx="21"/>
          </p:nvPr>
        </p:nvSpPr>
        <p:spPr bwMode="auto"/>
        <p:txBody>
          <a:bodyPr/>
          <a:p>
            <a:pPr>
              <a:defRPr/>
            </a:pPr>
            <a:fld id="{09A1DADB-ADBC-42F4-A2A8-A4DEE7E7A195}" type="slidenum">
              <a:rPr/>
              <a:t>&lt;#&gt;</a:t>
            </a:fld>
            <a:endParaRPr/>
          </a:p>
        </p:txBody>
      </p:sp>
      <p:sp>
        <p:nvSpPr>
          <p:cNvPr id="1182078744" name="PlaceHolder 5"/>
          <p:cNvSpPr>
            <a:spLocks noGrp="1"/>
          </p:cNvSpPr>
          <p:nvPr>
            <p:ph type="dt" idx="19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Encabezado de sec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554942" name="PlaceHolder 1"/>
          <p:cNvSpPr>
            <a:spLocks noGrp="1"/>
          </p:cNvSpPr>
          <p:nvPr>
            <p:ph type="ftr" idx="23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079026847" name="PlaceHolder 2"/>
          <p:cNvSpPr>
            <a:spLocks noGrp="1"/>
          </p:cNvSpPr>
          <p:nvPr>
            <p:ph type="sldNum" idx="24"/>
          </p:nvPr>
        </p:nvSpPr>
        <p:spPr bwMode="auto"/>
        <p:txBody>
          <a:bodyPr/>
          <a:p>
            <a:pPr>
              <a:defRPr/>
            </a:pPr>
            <a:fld id="{42BD674B-4931-44D3-9659-C65B04081578}" type="slidenum">
              <a:rPr/>
              <a:t>&lt;#&gt;</a:t>
            </a:fld>
            <a:endParaRPr/>
          </a:p>
        </p:txBody>
      </p:sp>
      <p:sp>
        <p:nvSpPr>
          <p:cNvPr id="587986660" name="PlaceHolder 3"/>
          <p:cNvSpPr>
            <a:spLocks noGrp="1"/>
          </p:cNvSpPr>
          <p:nvPr>
            <p:ph type="dt" idx="22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os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018739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4737624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69419891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119976368" name="PlaceHolder 4"/>
          <p:cNvSpPr>
            <a:spLocks noGrp="1"/>
          </p:cNvSpPr>
          <p:nvPr>
            <p:ph type="ftr" idx="26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49030397" name="PlaceHolder 5"/>
          <p:cNvSpPr>
            <a:spLocks noGrp="1"/>
          </p:cNvSpPr>
          <p:nvPr>
            <p:ph type="sldNum" idx="27"/>
          </p:nvPr>
        </p:nvSpPr>
        <p:spPr bwMode="auto"/>
        <p:txBody>
          <a:bodyPr/>
          <a:p>
            <a:pPr>
              <a:defRPr/>
            </a:pPr>
            <a:fld id="{F2C852A0-38E0-48E5-BA71-AB1BC388F6F8}" type="slidenum">
              <a:rPr/>
              <a:t>&lt;#&gt;</a:t>
            </a:fld>
            <a:endParaRPr/>
          </a:p>
        </p:txBody>
      </p:sp>
      <p:sp>
        <p:nvSpPr>
          <p:cNvPr id="1730722307" name="PlaceHolder 6"/>
          <p:cNvSpPr>
            <a:spLocks noGrp="1"/>
          </p:cNvSpPr>
          <p:nvPr>
            <p:ph type="dt" idx="25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mpara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809374" name="PlaceHolder 1"/>
          <p:cNvSpPr>
            <a:spLocks noGrp="1"/>
          </p:cNvSpPr>
          <p:nvPr>
            <p:ph type="ftr" idx="29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127113432" name="PlaceHolder 2"/>
          <p:cNvSpPr>
            <a:spLocks noGrp="1"/>
          </p:cNvSpPr>
          <p:nvPr>
            <p:ph type="sldNum" idx="30"/>
          </p:nvPr>
        </p:nvSpPr>
        <p:spPr bwMode="auto"/>
        <p:txBody>
          <a:bodyPr/>
          <a:p>
            <a:pPr>
              <a:defRPr/>
            </a:pPr>
            <a:fld id="{E1D3162D-50D6-4B9D-8DFE-FCE6CF91B5A4}" type="slidenum">
              <a:rPr/>
              <a:t>&lt;#&gt;</a:t>
            </a:fld>
            <a:endParaRPr/>
          </a:p>
        </p:txBody>
      </p:sp>
      <p:sp>
        <p:nvSpPr>
          <p:cNvPr id="1199676142" name="PlaceHolder 3"/>
          <p:cNvSpPr>
            <a:spLocks noGrp="1"/>
          </p:cNvSpPr>
          <p:nvPr>
            <p:ph type="dt" idx="28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olo el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173993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13333243" name="PlaceHolder 2"/>
          <p:cNvSpPr>
            <a:spLocks noGrp="1"/>
          </p:cNvSpPr>
          <p:nvPr>
            <p:ph type="ftr" idx="3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49325019" name="PlaceHolder 3"/>
          <p:cNvSpPr>
            <a:spLocks noGrp="1"/>
          </p:cNvSpPr>
          <p:nvPr>
            <p:ph type="sldNum" idx="33"/>
          </p:nvPr>
        </p:nvSpPr>
        <p:spPr bwMode="auto"/>
        <p:txBody>
          <a:bodyPr/>
          <a:p>
            <a:pPr>
              <a:defRPr/>
            </a:pPr>
            <a:fld id="{D29D078A-828E-4749-B55B-CACC344754C9}" type="slidenum">
              <a:rPr/>
              <a:t>&lt;#&gt;</a:t>
            </a:fld>
            <a:endParaRPr/>
          </a:p>
        </p:txBody>
      </p:sp>
      <p:sp>
        <p:nvSpPr>
          <p:cNvPr id="1234705439" name="PlaceHolder 4"/>
          <p:cNvSpPr>
            <a:spLocks noGrp="1"/>
          </p:cNvSpPr>
          <p:nvPr>
            <p:ph type="dt" idx="3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En bl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496874" name="PlaceHolder 1"/>
          <p:cNvSpPr>
            <a:spLocks noGrp="1"/>
          </p:cNvSpPr>
          <p:nvPr>
            <p:ph type="ftr" idx="3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8110886" name="PlaceHolder 2"/>
          <p:cNvSpPr>
            <a:spLocks noGrp="1"/>
          </p:cNvSpPr>
          <p:nvPr>
            <p:ph type="sldNum" idx="36"/>
          </p:nvPr>
        </p:nvSpPr>
        <p:spPr bwMode="auto"/>
        <p:txBody>
          <a:bodyPr/>
          <a:p>
            <a:pPr>
              <a:defRPr/>
            </a:pPr>
            <a:fld id="{1B68D277-FB1A-46E1-A497-E474C35295FB}" type="slidenum">
              <a:rPr/>
              <a:t>&lt;#&gt;</a:t>
            </a:fld>
            <a:endParaRPr/>
          </a:p>
        </p:txBody>
      </p:sp>
      <p:sp>
        <p:nvSpPr>
          <p:cNvPr id="1314110909" name="PlaceHolder 3"/>
          <p:cNvSpPr>
            <a:spLocks noGrp="1"/>
          </p:cNvSpPr>
          <p:nvPr>
            <p:ph type="dt" idx="3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ntenido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431623" name="PlaceHolder 1"/>
          <p:cNvSpPr>
            <a:spLocks noGrp="1"/>
          </p:cNvSpPr>
          <p:nvPr>
            <p:ph type="ftr" idx="38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08777259" name="PlaceHolder 2"/>
          <p:cNvSpPr>
            <a:spLocks noGrp="1"/>
          </p:cNvSpPr>
          <p:nvPr>
            <p:ph type="sldNum" idx="39"/>
          </p:nvPr>
        </p:nvSpPr>
        <p:spPr bwMode="auto"/>
        <p:txBody>
          <a:bodyPr/>
          <a:p>
            <a:pPr>
              <a:defRPr/>
            </a:pPr>
            <a:fld id="{A26D76E3-4B93-4EA9-BC3E-173CB5457046}" type="slidenum">
              <a:rPr/>
              <a:t>&lt;#&gt;</a:t>
            </a:fld>
            <a:endParaRPr/>
          </a:p>
        </p:txBody>
      </p:sp>
      <p:sp>
        <p:nvSpPr>
          <p:cNvPr id="424834742" name="PlaceHolder 3"/>
          <p:cNvSpPr>
            <a:spLocks noGrp="1"/>
          </p:cNvSpPr>
          <p:nvPr>
            <p:ph type="dt" idx="37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Imagen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105515" name="PlaceHolder 1"/>
          <p:cNvSpPr>
            <a:spLocks noGrp="1"/>
          </p:cNvSpPr>
          <p:nvPr>
            <p:ph type="ftr" idx="4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59208330" name="PlaceHolder 2"/>
          <p:cNvSpPr>
            <a:spLocks noGrp="1"/>
          </p:cNvSpPr>
          <p:nvPr>
            <p:ph type="sldNum" idx="42"/>
          </p:nvPr>
        </p:nvSpPr>
        <p:spPr bwMode="auto"/>
        <p:txBody>
          <a:bodyPr/>
          <a:p>
            <a:pPr>
              <a:defRPr/>
            </a:pPr>
            <a:fld id="{DA546C8C-C236-498F-BFDA-BC9FFC25F986}" type="slidenum">
              <a:rPr/>
              <a:t>&lt;#&gt;</a:t>
            </a:fld>
            <a:endParaRPr/>
          </a:p>
        </p:txBody>
      </p:sp>
      <p:sp>
        <p:nvSpPr>
          <p:cNvPr id="1713486675" name="PlaceHolder 3"/>
          <p:cNvSpPr>
            <a:spLocks noGrp="1"/>
          </p:cNvSpPr>
          <p:nvPr>
            <p:ph type="dt" idx="40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image" Target="../media/image1.png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Relationship Id="rId3" Type="http://schemas.openxmlformats.org/officeDocument/2006/relationships/image" Target="../media/image1.png"/></Relationships>
</file>

<file path=ppt/slideMasters/_rels/slideMaster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Relationship Id="rId3" Type="http://schemas.openxmlformats.org/officeDocument/2006/relationships/image" Target="../media/image1.png"/></Relationships>
</file>

<file path=ppt/slideMasters/_rels/slideMaster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5.xml"/><Relationship Id="rId3" Type="http://schemas.openxmlformats.org/officeDocument/2006/relationships/image" Target="../media/image1.png"/></Relationships>
</file>

<file path=ppt/slideMasters/_rels/slideMaster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6.xml"/><Relationship Id="rId3" Type="http://schemas.openxmlformats.org/officeDocument/2006/relationships/image" Target="../media/image1.png"/></Relationships>
</file>

<file path=ppt/slideMasters/_rels/slideMaster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7.xml"/><Relationship Id="rId3" Type="http://schemas.openxmlformats.org/officeDocument/2006/relationships/image" Target="../media/image1.png"/></Relationships>
</file>

<file path=ppt/slideMasters/_rels/slideMaster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8.xml"/><Relationship Id="rId3" Type="http://schemas.openxmlformats.org/officeDocument/2006/relationships/image" Target="../media/image1.png"/></Relationships>
</file>

<file path=ppt/slideMasters/_rels/slideMaster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9.xml"/><Relationship Id="rId3" Type="http://schemas.openxmlformats.org/officeDocument/2006/relationships/image" Target="../media/image1.png"/></Relationships>
</file>

<file path=ppt/slideMasters/_rels/slideMaster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10.xml"/><Relationship Id="rId3" Type="http://schemas.openxmlformats.org/officeDocument/2006/relationships/image" Target="../media/image1.png"/></Relationships>
</file>

<file path=ppt/slideMasters/_rels/slideMaster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1.xml"/><Relationship Id="rId3" Type="http://schemas.openxmlformats.org/officeDocument/2006/relationships/image" Target="../media/image1.png"/></Relationships>
</file>

<file path=ppt/slideMasters/_rels/slideMaster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2.xml"/><Relationship Id="rId3" Type="http://schemas.openxmlformats.org/officeDocument/2006/relationships/image" Target="../media/image1.png"/></Relationships>
</file>

<file path=ppt/slideMasters/_rels/slideMaster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3.xml"/><Relationship Id="rId3" Type="http://schemas.openxmlformats.org/officeDocument/2006/relationships/image" Target="../media/image1.png"/></Relationships>
</file>

<file path=ppt/slideMasters/_rels/slideMaster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14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690985" name="Rectangle 6" hidden="1"/>
          <p:cNvSpPr/>
          <p:nvPr/>
        </p:nvSpPr>
        <p:spPr bwMode="auto"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6821022" name="Rectangle 8" hidden="1"/>
          <p:cNvSpPr/>
          <p:nvPr/>
        </p:nvSpPr>
        <p:spPr bwMode="auto"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1600" rIns="90000" bIns="216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07293529" name="Straight Connector 9"/>
          <p:cNvCxnSpPr/>
          <p:nvPr/>
        </p:nvCxnSpPr>
        <p:spPr bwMode="auto">
          <a:xfrm>
            <a:off x="1193759" y="1738080"/>
            <a:ext cx="996660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pic>
        <p:nvPicPr>
          <p:cNvPr id="664925766" name="Google Shape;67;p52" descr=""/>
          <p:cNvPicPr/>
          <p:nvPr/>
        </p:nvPicPr>
        <p:blipFill rotWithShape="1">
          <a:blip r:embed="rId3"/>
          <a:stretch/>
        </p:blipFill>
        <p:spPr bwMode="auto">
          <a:xfrm>
            <a:off x="10779120" y="177840"/>
            <a:ext cx="1206000" cy="1213920"/>
          </a:xfrm>
          <a:prstGeom prst="rect">
            <a:avLst/>
          </a:prstGeom>
          <a:ln w="0">
            <a:noFill/>
          </a:ln>
        </p:spPr>
      </p:pic>
      <p:sp>
        <p:nvSpPr>
          <p:cNvPr id="1341634219" name="Rectangle 6"/>
          <p:cNvSpPr/>
          <p:nvPr/>
        </p:nvSpPr>
        <p:spPr bwMode="auto"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1125641" name="Rectangle 7"/>
          <p:cNvSpPr/>
          <p:nvPr/>
        </p:nvSpPr>
        <p:spPr bwMode="auto">
          <a:xfrm>
            <a:off x="0" y="6334200"/>
            <a:ext cx="12188520" cy="6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8360" rIns="90000" bIns="1836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11486645" name="Straight Connector 8"/>
          <p:cNvCxnSpPr/>
          <p:nvPr/>
        </p:nvCxnSpPr>
        <p:spPr bwMode="auto">
          <a:xfrm>
            <a:off x="1207800" y="4343400"/>
            <a:ext cx="987624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427330023" name="PlaceHolder 1"/>
          <p:cNvSpPr>
            <a:spLocks noGrp="1"/>
          </p:cNvSpPr>
          <p:nvPr>
            <p:ph type="title"/>
          </p:nvPr>
        </p:nvSpPr>
        <p:spPr bwMode="auto">
          <a:xfrm>
            <a:off x="1097280" y="758879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7200" b="0" strike="noStrike" spc="-52">
                <a:solidFill>
                  <a:schemeClr val="dk1">
                    <a:lumMod val="85000"/>
                    <a:lumOff val="15000"/>
                  </a:schemeClr>
                </a:solidFill>
                <a:latin typeface="Calibri"/>
              </a:rPr>
              <a:t>Haga clic para modificar el estilo de título del patrón</a:t>
            </a:r>
            <a:endParaRPr lang="en-US" sz="7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92578841" name="PlaceHolder 2"/>
          <p:cNvSpPr>
            <a:spLocks noGrp="1"/>
          </p:cNvSpPr>
          <p:nvPr>
            <p:ph type="dt" idx="1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&lt;fecha/hora&gt;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3492389" name="PlaceHolder 3"/>
          <p:cNvSpPr>
            <a:spLocks noGrp="1"/>
          </p:cNvSpPr>
          <p:nvPr>
            <p:ph type="ftr" idx="2"/>
          </p:nvPr>
        </p:nvSpPr>
        <p:spPr bwMode="auto">
          <a:xfrm>
            <a:off x="3686040" y="645948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s-ES" sz="900" b="0" strike="noStrike" cap="all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s-ES" sz="900" b="0" strike="noStrike" cap="all" spc="-1">
                <a:solidFill>
                  <a:srgbClr val="FFFFFF"/>
                </a:solidFill>
                <a:latin typeface="Calibri"/>
              </a:rPr>
              <a:t>&lt;pie de página&gt;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3798787" name="PlaceHolder 4"/>
          <p:cNvSpPr>
            <a:spLocks noGrp="1"/>
          </p:cNvSpPr>
          <p:nvPr>
            <p:ph type="sldNum" idx="3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7064AE4D-9DC3-4149-8B87-51C398AE8648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565136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Pulse para editar el formato de texto del esquema</a:t>
            </a: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Segundo nivel del esquema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Tercer nivel del esquema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Cuarto nivel del esquema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Quinto nivel del esquema</a:t>
            </a: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Sexto nivel del esquema</a:t>
            </a: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Séptimo nivel del esquema</a:t>
            </a: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7709734" name="Rectangle 6"/>
          <p:cNvSpPr/>
          <p:nvPr/>
        </p:nvSpPr>
        <p:spPr bwMode="auto"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3675079" name="Rectangle 8"/>
          <p:cNvSpPr/>
          <p:nvPr/>
        </p:nvSpPr>
        <p:spPr bwMode="auto"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1600" rIns="90000" bIns="216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50491878" name="Straight Connector 9"/>
          <p:cNvCxnSpPr/>
          <p:nvPr/>
        </p:nvCxnSpPr>
        <p:spPr bwMode="auto">
          <a:xfrm>
            <a:off x="1193759" y="1738080"/>
            <a:ext cx="996660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pic>
        <p:nvPicPr>
          <p:cNvPr id="1192321093" name="Google Shape;67;p52" descr=""/>
          <p:cNvPicPr/>
          <p:nvPr/>
        </p:nvPicPr>
        <p:blipFill rotWithShape="1">
          <a:blip r:embed="rId3"/>
          <a:stretch/>
        </p:blipFill>
        <p:spPr bwMode="auto">
          <a:xfrm>
            <a:off x="10779120" y="177840"/>
            <a:ext cx="1206000" cy="1213920"/>
          </a:xfrm>
          <a:prstGeom prst="rect">
            <a:avLst/>
          </a:prstGeom>
          <a:ln w="0">
            <a:noFill/>
          </a:ln>
        </p:spPr>
      </p:pic>
      <p:sp>
        <p:nvSpPr>
          <p:cNvPr id="91877108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5400" b="0" strike="noStrike" spc="-52">
                <a:solidFill>
                  <a:schemeClr val="dk1"/>
                </a:solidFill>
                <a:latin typeface="Calibri"/>
              </a:rPr>
              <a:t>Haga clic para modificar el estilo de título del patrón</a:t>
            </a:r>
            <a:endParaRPr lang="en-U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9668999" name="PlaceHolder 2"/>
          <p:cNvSpPr>
            <a:spLocks noGrp="1"/>
          </p:cNvSpPr>
          <p:nvPr>
            <p:ph type="body"/>
          </p:nvPr>
        </p:nvSpPr>
        <p:spPr bwMode="auto">
          <a:xfrm>
            <a:off x="1096920" y="1846440"/>
            <a:ext cx="10058040" cy="4022280"/>
          </a:xfrm>
          <a:prstGeom prst="rect">
            <a:avLst/>
          </a:prstGeom>
          <a:noFill/>
          <a:ln w="0">
            <a:noFill/>
          </a:ln>
        </p:spPr>
        <p:txBody>
          <a:bodyPr vert="eaVert" lIns="45720" tIns="0" rIns="45720" bIns="0" numCol="1" spcCol="0" anchor="t">
            <a:noAutofit/>
          </a:bodyPr>
          <a:p>
            <a:pPr marL="90359" indent="-90359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D34817"/>
              </a:buClr>
              <a:buFont typeface="Calibri"/>
              <a:buChar char=" "/>
              <a:defRPr/>
            </a:pPr>
            <a:r>
              <a:rPr lang="es-ES" sz="2000" b="0" strike="noStrike" spc="-1">
                <a:solidFill>
                  <a:srgbClr val="404040"/>
                </a:solidFill>
                <a:latin typeface="Calibri"/>
              </a:rPr>
              <a:t>Haga clic para modificar los estilos de </a:t>
            </a:r>
            <a:r>
              <a:rPr lang="es-ES" sz="2000" b="0" strike="noStrike" spc="-1">
                <a:solidFill>
                  <a:srgbClr val="404040"/>
                </a:solidFill>
                <a:latin typeface="Calibri"/>
              </a:rPr>
              <a:t>texto del patrón</a:t>
            </a: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  <a:p>
            <a:pPr marL="382680" lvl="1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800" b="0" strike="noStrike" spc="-1">
                <a:solidFill>
                  <a:srgbClr val="404040"/>
                </a:solidFill>
                <a:latin typeface="Calibri"/>
              </a:rPr>
              <a:t>Segundo nivel</a:t>
            </a:r>
            <a:endParaRPr lang="en-US" sz="1800" b="0" strike="noStrike" spc="-1">
              <a:solidFill>
                <a:srgbClr val="404040"/>
              </a:solidFill>
              <a:latin typeface="Calibri"/>
            </a:endParaRPr>
          </a:p>
          <a:p>
            <a:pPr marL="566640" lvl="2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400" b="0" strike="noStrike" spc="-1">
                <a:solidFill>
                  <a:srgbClr val="404040"/>
                </a:solidFill>
                <a:latin typeface="Calibri"/>
              </a:rPr>
              <a:t>Tercer nivel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  <a:p>
            <a:pPr marL="749160" lvl="3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400" b="0" strike="noStrike" spc="-1">
                <a:solidFill>
                  <a:srgbClr val="404040"/>
                </a:solidFill>
                <a:latin typeface="Calibri"/>
              </a:rPr>
              <a:t>Cuarto nivel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  <a:p>
            <a:pPr marL="932040" lvl="4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400" b="0" strike="noStrike" spc="-1">
                <a:solidFill>
                  <a:srgbClr val="404040"/>
                </a:solidFill>
                <a:latin typeface="Calibri"/>
              </a:rPr>
              <a:t>Quinto nivel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20885933" name="PlaceHolder 3"/>
          <p:cNvSpPr>
            <a:spLocks noGrp="1"/>
          </p:cNvSpPr>
          <p:nvPr>
            <p:ph type="dt" idx="4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&lt;fecha/hora&gt;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5077584" name="PlaceHolder 4"/>
          <p:cNvSpPr>
            <a:spLocks noGrp="1"/>
          </p:cNvSpPr>
          <p:nvPr>
            <p:ph type="ftr" idx="5"/>
          </p:nvPr>
        </p:nvSpPr>
        <p:spPr bwMode="auto">
          <a:xfrm>
            <a:off x="3686040" y="645948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s-ES" sz="900" b="0" strike="noStrike" cap="all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s-ES" sz="900" b="0" strike="noStrike" cap="all" spc="-1">
                <a:solidFill>
                  <a:srgbClr val="FFFFFF"/>
                </a:solidFill>
                <a:latin typeface="Calibri"/>
              </a:rPr>
              <a:t>&lt;pie de página&gt;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2637935" name="PlaceHolder 5"/>
          <p:cNvSpPr>
            <a:spLocks noGrp="1"/>
          </p:cNvSpPr>
          <p:nvPr>
            <p:ph type="sldNum" idx="6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9619F40-E73B-4F4A-9134-B8914D236A9E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079153" name="Rectangle 6" hidden="1"/>
          <p:cNvSpPr/>
          <p:nvPr/>
        </p:nvSpPr>
        <p:spPr bwMode="auto"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8570038" name="Rectangle 8" hidden="1"/>
          <p:cNvSpPr/>
          <p:nvPr/>
        </p:nvSpPr>
        <p:spPr bwMode="auto"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1600" rIns="90000" bIns="216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128325314" name="Straight Connector 9"/>
          <p:cNvCxnSpPr/>
          <p:nvPr/>
        </p:nvCxnSpPr>
        <p:spPr bwMode="auto">
          <a:xfrm>
            <a:off x="1193759" y="1738080"/>
            <a:ext cx="996660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pic>
        <p:nvPicPr>
          <p:cNvPr id="1727577635" name="Google Shape;67;p52" descr=""/>
          <p:cNvPicPr/>
          <p:nvPr/>
        </p:nvPicPr>
        <p:blipFill rotWithShape="1">
          <a:blip r:embed="rId3"/>
          <a:stretch/>
        </p:blipFill>
        <p:spPr bwMode="auto">
          <a:xfrm>
            <a:off x="10779120" y="177840"/>
            <a:ext cx="1206000" cy="1213920"/>
          </a:xfrm>
          <a:prstGeom prst="rect">
            <a:avLst/>
          </a:prstGeom>
          <a:ln w="0">
            <a:noFill/>
          </a:ln>
        </p:spPr>
      </p:pic>
      <p:sp>
        <p:nvSpPr>
          <p:cNvPr id="1804411357" name="Rectangle 6"/>
          <p:cNvSpPr/>
          <p:nvPr/>
        </p:nvSpPr>
        <p:spPr bwMode="auto"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9249026" name="Rectangle 7"/>
          <p:cNvSpPr/>
          <p:nvPr/>
        </p:nvSpPr>
        <p:spPr bwMode="auto">
          <a:xfrm>
            <a:off x="0" y="6334200"/>
            <a:ext cx="12188520" cy="6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8360" rIns="90000" bIns="1836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6655645" name="PlaceHolder 1"/>
          <p:cNvSpPr>
            <a:spLocks noGrp="1"/>
          </p:cNvSpPr>
          <p:nvPr>
            <p:ph type="title"/>
          </p:nvPr>
        </p:nvSpPr>
        <p:spPr bwMode="auto">
          <a:xfrm>
            <a:off x="8724960" y="414720"/>
            <a:ext cx="2628720" cy="5757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5400" b="0" strike="noStrike" spc="-52">
                <a:solidFill>
                  <a:schemeClr val="dk1"/>
                </a:solidFill>
                <a:latin typeface="Calibri"/>
              </a:rPr>
              <a:t>Haga clic para modificar el estilo de título del patrón</a:t>
            </a:r>
            <a:endParaRPr lang="en-U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1196770" name="PlaceHolder 2"/>
          <p:cNvSpPr>
            <a:spLocks noGrp="1"/>
          </p:cNvSpPr>
          <p:nvPr>
            <p:ph type="body"/>
          </p:nvPr>
        </p:nvSpPr>
        <p:spPr bwMode="auto">
          <a:xfrm>
            <a:off x="838080" y="414720"/>
            <a:ext cx="7733880" cy="5757120"/>
          </a:xfrm>
          <a:prstGeom prst="rect">
            <a:avLst/>
          </a:prstGeom>
          <a:noFill/>
          <a:ln w="0">
            <a:noFill/>
          </a:ln>
        </p:spPr>
        <p:txBody>
          <a:bodyPr vert="eaVert" lIns="45720" tIns="0" rIns="45720" bIns="0" numCol="1" spcCol="0" anchor="t">
            <a:noAutofit/>
          </a:bodyPr>
          <a:p>
            <a:pPr marL="90359" indent="-90359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D34817"/>
              </a:buClr>
              <a:buFont typeface="Calibri"/>
              <a:buChar char=" "/>
              <a:defRPr/>
            </a:pPr>
            <a:r>
              <a:rPr lang="es-ES" sz="2000" b="0" strike="noStrike" spc="-1">
                <a:solidFill>
                  <a:srgbClr val="404040"/>
                </a:solidFill>
                <a:latin typeface="Calibri"/>
              </a:rPr>
              <a:t>Haga clic para modificar los estilos de texto del patrón</a:t>
            </a: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  <a:p>
            <a:pPr marL="382680" lvl="1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800" b="0" strike="noStrike" spc="-1">
                <a:solidFill>
                  <a:srgbClr val="404040"/>
                </a:solidFill>
                <a:latin typeface="Calibri"/>
              </a:rPr>
              <a:t>Segundo nivel</a:t>
            </a:r>
            <a:endParaRPr lang="en-US" sz="1800" b="0" strike="noStrike" spc="-1">
              <a:solidFill>
                <a:srgbClr val="404040"/>
              </a:solidFill>
              <a:latin typeface="Calibri"/>
            </a:endParaRPr>
          </a:p>
          <a:p>
            <a:pPr marL="566640" lvl="2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400" b="0" strike="noStrike" spc="-1">
                <a:solidFill>
                  <a:srgbClr val="404040"/>
                </a:solidFill>
                <a:latin typeface="Calibri"/>
              </a:rPr>
              <a:t>Tercer nivel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  <a:p>
            <a:pPr marL="749160" lvl="3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400" b="0" strike="noStrike" spc="-1">
                <a:solidFill>
                  <a:srgbClr val="404040"/>
                </a:solidFill>
                <a:latin typeface="Calibri"/>
              </a:rPr>
              <a:t>Cuarto nivel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  <a:p>
            <a:pPr marL="932040" lvl="4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400" b="0" strike="noStrike" spc="-1">
                <a:solidFill>
                  <a:srgbClr val="404040"/>
                </a:solidFill>
                <a:latin typeface="Calibri"/>
              </a:rPr>
              <a:t>Quinto nivel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5282161" name="PlaceHolder 3"/>
          <p:cNvSpPr>
            <a:spLocks noGrp="1"/>
          </p:cNvSpPr>
          <p:nvPr>
            <p:ph type="dt" idx="7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&lt;fecha/hora&gt;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625941" name="PlaceHolder 4"/>
          <p:cNvSpPr>
            <a:spLocks noGrp="1"/>
          </p:cNvSpPr>
          <p:nvPr>
            <p:ph type="ftr" idx="8"/>
          </p:nvPr>
        </p:nvSpPr>
        <p:spPr bwMode="auto">
          <a:xfrm>
            <a:off x="3686040" y="645948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s-ES" sz="900" b="0" strike="noStrike" cap="all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s-ES" sz="900" b="0" strike="noStrike" cap="all" spc="-1">
                <a:solidFill>
                  <a:srgbClr val="FFFFFF"/>
                </a:solidFill>
                <a:latin typeface="Calibri"/>
              </a:rPr>
              <a:t>&lt;pie de página&gt;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6925368" name="PlaceHolder 5"/>
          <p:cNvSpPr>
            <a:spLocks noGrp="1"/>
          </p:cNvSpPr>
          <p:nvPr>
            <p:ph type="sldNum" idx="9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2712A54F-5E63-411D-BE73-6D88E69417B8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47376" name="Rectangle 6"/>
          <p:cNvSpPr/>
          <p:nvPr/>
        </p:nvSpPr>
        <p:spPr bwMode="auto"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9169405" name="Rectangle 8"/>
          <p:cNvSpPr/>
          <p:nvPr/>
        </p:nvSpPr>
        <p:spPr bwMode="auto"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1600" rIns="90000" bIns="216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78801048" name="Straight Connector 9"/>
          <p:cNvCxnSpPr/>
          <p:nvPr/>
        </p:nvCxnSpPr>
        <p:spPr bwMode="auto">
          <a:xfrm>
            <a:off x="1193759" y="1738080"/>
            <a:ext cx="996660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pic>
        <p:nvPicPr>
          <p:cNvPr id="853648511" name="Google Shape;67;p52" descr=""/>
          <p:cNvPicPr/>
          <p:nvPr/>
        </p:nvPicPr>
        <p:blipFill rotWithShape="1">
          <a:blip r:embed="rId3"/>
          <a:stretch/>
        </p:blipFill>
        <p:spPr bwMode="auto">
          <a:xfrm>
            <a:off x="10779120" y="177840"/>
            <a:ext cx="1206000" cy="1213920"/>
          </a:xfrm>
          <a:prstGeom prst="rect">
            <a:avLst/>
          </a:prstGeom>
          <a:ln w="0">
            <a:noFill/>
          </a:ln>
        </p:spPr>
      </p:pic>
      <p:sp>
        <p:nvSpPr>
          <p:cNvPr id="67297983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Haga clic para modificar el estilo de título del patrón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008656" name="PlaceHolder 2"/>
          <p:cNvSpPr>
            <a:spLocks noGrp="1"/>
          </p:cNvSpPr>
          <p:nvPr>
            <p:ph type="dt" idx="10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&lt;fecha/hora&gt;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4598649" name="PlaceHolder 3"/>
          <p:cNvSpPr>
            <a:spLocks noGrp="1"/>
          </p:cNvSpPr>
          <p:nvPr>
            <p:ph type="ftr" idx="11"/>
          </p:nvPr>
        </p:nvSpPr>
        <p:spPr bwMode="auto">
          <a:xfrm>
            <a:off x="3686040" y="645948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s-ES" sz="900" b="0" strike="noStrike" cap="all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s-ES" sz="900" b="0" strike="noStrike" cap="all" spc="-1">
                <a:solidFill>
                  <a:srgbClr val="FFFFFF"/>
                </a:solidFill>
                <a:latin typeface="Calibri"/>
              </a:rPr>
              <a:t>&lt;pie de página&gt;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4563225" name="PlaceHolder 4"/>
          <p:cNvSpPr>
            <a:spLocks noGrp="1"/>
          </p:cNvSpPr>
          <p:nvPr>
            <p:ph type="sldNum" idx="12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02E7E0A7-FEAD-408F-961B-6E15F8EC734A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068564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Pulse para editar el formato de texto del esquema</a:t>
            </a: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Segundo nivel del esquema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Tercer nivel del esquema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Cuarto nivel del esquema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Quinto nivel del esquema</a:t>
            </a: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Sexto nivel del esquema</a:t>
            </a: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Séptimo nivel del esquema</a:t>
            </a: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7670420" name="Rectangle 6"/>
          <p:cNvSpPr/>
          <p:nvPr/>
        </p:nvSpPr>
        <p:spPr bwMode="auto"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150922" name="Rectangle 8"/>
          <p:cNvSpPr/>
          <p:nvPr/>
        </p:nvSpPr>
        <p:spPr bwMode="auto"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1600" rIns="90000" bIns="216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35405349" name="Straight Connector 9"/>
          <p:cNvCxnSpPr/>
          <p:nvPr/>
        </p:nvCxnSpPr>
        <p:spPr bwMode="auto">
          <a:xfrm>
            <a:off x="1193759" y="1738080"/>
            <a:ext cx="996660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pic>
        <p:nvPicPr>
          <p:cNvPr id="1444608302" name="Google Shape;67;p52" descr=""/>
          <p:cNvPicPr/>
          <p:nvPr/>
        </p:nvPicPr>
        <p:blipFill rotWithShape="1">
          <a:blip r:embed="rId3"/>
          <a:stretch/>
        </p:blipFill>
        <p:spPr bwMode="auto">
          <a:xfrm>
            <a:off x="10779120" y="177840"/>
            <a:ext cx="1206000" cy="1213920"/>
          </a:xfrm>
          <a:prstGeom prst="rect">
            <a:avLst/>
          </a:prstGeom>
          <a:ln w="0">
            <a:noFill/>
          </a:ln>
        </p:spPr>
      </p:pic>
      <p:sp>
        <p:nvSpPr>
          <p:cNvPr id="992110736" name="PlaceHolder 1"/>
          <p:cNvSpPr>
            <a:spLocks noGrp="1"/>
          </p:cNvSpPr>
          <p:nvPr>
            <p:ph type="dt" idx="13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&lt;fecha/hora&gt;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799739" name="PlaceHolder 2"/>
          <p:cNvSpPr>
            <a:spLocks noGrp="1"/>
          </p:cNvSpPr>
          <p:nvPr>
            <p:ph type="ftr" idx="14"/>
          </p:nvPr>
        </p:nvSpPr>
        <p:spPr bwMode="auto">
          <a:xfrm>
            <a:off x="3686040" y="645948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s-ES" sz="900" b="0" strike="noStrike" cap="all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s-ES" sz="900" b="0" strike="noStrike" cap="all" spc="-1">
                <a:solidFill>
                  <a:srgbClr val="FFFFFF"/>
                </a:solidFill>
                <a:latin typeface="Calibri"/>
              </a:rPr>
              <a:t>&lt;pie de página&gt;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700732" name="PlaceHolder 3"/>
          <p:cNvSpPr>
            <a:spLocks noGrp="1"/>
          </p:cNvSpPr>
          <p:nvPr>
            <p:ph type="sldNum" idx="15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59A8568A-2BE8-46FA-BA5C-81DB97340EA8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843549" name="Rectangle 6"/>
          <p:cNvSpPr/>
          <p:nvPr/>
        </p:nvSpPr>
        <p:spPr bwMode="auto"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46004" name="Rectangle 8"/>
          <p:cNvSpPr/>
          <p:nvPr/>
        </p:nvSpPr>
        <p:spPr bwMode="auto"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1600" rIns="90000" bIns="216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692484334" name="Straight Connector 9"/>
          <p:cNvCxnSpPr/>
          <p:nvPr/>
        </p:nvCxnSpPr>
        <p:spPr bwMode="auto">
          <a:xfrm>
            <a:off x="1193759" y="1738080"/>
            <a:ext cx="996660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pic>
        <p:nvPicPr>
          <p:cNvPr id="98827732" name="Google Shape;67;p52" descr=""/>
          <p:cNvPicPr/>
          <p:nvPr/>
        </p:nvPicPr>
        <p:blipFill rotWithShape="1">
          <a:blip r:embed="rId3"/>
          <a:stretch/>
        </p:blipFill>
        <p:spPr bwMode="auto">
          <a:xfrm>
            <a:off x="10779120" y="177840"/>
            <a:ext cx="1206000" cy="1213920"/>
          </a:xfrm>
          <a:prstGeom prst="rect">
            <a:avLst/>
          </a:prstGeom>
          <a:ln w="0">
            <a:noFill/>
          </a:ln>
        </p:spPr>
      </p:pic>
      <p:sp>
        <p:nvSpPr>
          <p:cNvPr id="1964947951" name="PlaceHolder 1"/>
          <p:cNvSpPr>
            <a:spLocks noGrp="1"/>
          </p:cNvSpPr>
          <p:nvPr>
            <p:ph type="dt" idx="16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&lt;fecha/hora&gt;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8317152" name="PlaceHolder 2"/>
          <p:cNvSpPr>
            <a:spLocks noGrp="1"/>
          </p:cNvSpPr>
          <p:nvPr>
            <p:ph type="ftr" idx="17"/>
          </p:nvPr>
        </p:nvSpPr>
        <p:spPr bwMode="auto">
          <a:xfrm>
            <a:off x="3686040" y="645948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s-ES" sz="900" b="0" strike="noStrike" cap="all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s-ES" sz="900" b="0" strike="noStrike" cap="all" spc="-1">
                <a:solidFill>
                  <a:srgbClr val="FFFFFF"/>
                </a:solidFill>
                <a:latin typeface="Calibri"/>
              </a:rPr>
              <a:t>&lt;pie de página&gt;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5403935" name="PlaceHolder 3"/>
          <p:cNvSpPr>
            <a:spLocks noGrp="1"/>
          </p:cNvSpPr>
          <p:nvPr>
            <p:ph type="sldNum" idx="18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216A636F-5F57-4C31-8BD8-44C45A1DBCA2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865651" name="Rectangle 6"/>
          <p:cNvSpPr/>
          <p:nvPr/>
        </p:nvSpPr>
        <p:spPr bwMode="auto"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8113279" name="Rectangle 8"/>
          <p:cNvSpPr/>
          <p:nvPr/>
        </p:nvSpPr>
        <p:spPr bwMode="auto"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1600" rIns="90000" bIns="216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01771252" name="Straight Connector 9"/>
          <p:cNvCxnSpPr/>
          <p:nvPr/>
        </p:nvCxnSpPr>
        <p:spPr bwMode="auto">
          <a:xfrm>
            <a:off x="1193759" y="1738080"/>
            <a:ext cx="996660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pic>
        <p:nvPicPr>
          <p:cNvPr id="772845765" name="Google Shape;67;p52" descr=""/>
          <p:cNvPicPr/>
          <p:nvPr/>
        </p:nvPicPr>
        <p:blipFill rotWithShape="1">
          <a:blip r:embed="rId3"/>
          <a:stretch/>
        </p:blipFill>
        <p:spPr bwMode="auto">
          <a:xfrm>
            <a:off x="10779120" y="177840"/>
            <a:ext cx="1206000" cy="1213920"/>
          </a:xfrm>
          <a:prstGeom prst="rect">
            <a:avLst/>
          </a:prstGeom>
          <a:ln w="0">
            <a:noFill/>
          </a:ln>
        </p:spPr>
      </p:pic>
      <p:sp>
        <p:nvSpPr>
          <p:cNvPr id="91741862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Haga clic para modificar el estilo de título del patrón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86176702" name="PlaceHolder 2"/>
          <p:cNvSpPr>
            <a:spLocks noGrp="1"/>
          </p:cNvSpPr>
          <p:nvPr>
            <p:ph type="body"/>
          </p:nvPr>
        </p:nvSpPr>
        <p:spPr bwMode="auto">
          <a:xfrm>
            <a:off x="1096920" y="1846440"/>
            <a:ext cx="10058040" cy="4022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numCol="1" spcCol="0" anchor="t">
            <a:noAutofit/>
          </a:bodyPr>
          <a:p>
            <a:pPr marL="90359" indent="-90359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D34817"/>
              </a:buClr>
              <a:buFont typeface="Calibri"/>
              <a:buChar char=" "/>
              <a:defRPr/>
            </a:pPr>
            <a:r>
              <a:rPr lang="es-ES" sz="2000" b="0" strike="noStrike" spc="-1">
                <a:solidFill>
                  <a:srgbClr val="404040"/>
                </a:solidFill>
                <a:latin typeface="Calibri"/>
              </a:rPr>
              <a:t>Haga clic para modificar los estilos de texto del patrón</a:t>
            </a: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  <a:p>
            <a:pPr marL="382680" lvl="1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800" b="0" strike="noStrike" spc="-1">
                <a:solidFill>
                  <a:srgbClr val="404040"/>
                </a:solidFill>
                <a:latin typeface="Calibri"/>
              </a:rPr>
              <a:t>Segundo nivel</a:t>
            </a:r>
            <a:endParaRPr lang="en-US" sz="1800" b="0" strike="noStrike" spc="-1">
              <a:solidFill>
                <a:srgbClr val="404040"/>
              </a:solidFill>
              <a:latin typeface="Calibri"/>
            </a:endParaRPr>
          </a:p>
          <a:p>
            <a:pPr marL="566640" lvl="2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400" b="0" strike="noStrike" spc="-1">
                <a:solidFill>
                  <a:srgbClr val="404040"/>
                </a:solidFill>
                <a:latin typeface="Calibri"/>
              </a:rPr>
              <a:t>Tercer nivel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  <a:p>
            <a:pPr marL="749160" lvl="3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400" b="0" strike="noStrike" spc="-1">
                <a:solidFill>
                  <a:srgbClr val="404040"/>
                </a:solidFill>
                <a:latin typeface="Calibri"/>
              </a:rPr>
              <a:t>Cuarto nivel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  <a:p>
            <a:pPr marL="932040" lvl="4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400" b="0" strike="noStrike" spc="-1">
                <a:solidFill>
                  <a:srgbClr val="404040"/>
                </a:solidFill>
                <a:latin typeface="Calibri"/>
              </a:rPr>
              <a:t>Quinto nivel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06449308" name="PlaceHolder 3"/>
          <p:cNvSpPr>
            <a:spLocks noGrp="1"/>
          </p:cNvSpPr>
          <p:nvPr>
            <p:ph type="dt" idx="19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&lt;fecha/hora&gt;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869738" name="PlaceHolder 4"/>
          <p:cNvSpPr>
            <a:spLocks noGrp="1"/>
          </p:cNvSpPr>
          <p:nvPr>
            <p:ph type="ftr" idx="20"/>
          </p:nvPr>
        </p:nvSpPr>
        <p:spPr bwMode="auto">
          <a:xfrm>
            <a:off x="3686040" y="645948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s-ES" sz="900" b="0" strike="noStrike" cap="all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s-ES" sz="900" b="0" strike="noStrike" cap="all" spc="-1">
                <a:solidFill>
                  <a:srgbClr val="FFFFFF"/>
                </a:solidFill>
                <a:latin typeface="Calibri"/>
              </a:rPr>
              <a:t>&lt;pie de página&gt;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1126089" name="PlaceHolder 5"/>
          <p:cNvSpPr>
            <a:spLocks noGrp="1"/>
          </p:cNvSpPr>
          <p:nvPr>
            <p:ph type="sldNum" idx="21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95136CF7-09F7-43FC-A135-9B7E2705C80D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160166" name="Rectangle 6" hidden="1"/>
          <p:cNvSpPr/>
          <p:nvPr/>
        </p:nvSpPr>
        <p:spPr bwMode="auto"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3767892" name="Rectangle 8" hidden="1"/>
          <p:cNvSpPr/>
          <p:nvPr/>
        </p:nvSpPr>
        <p:spPr bwMode="auto"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1600" rIns="90000" bIns="216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464269828" name="Straight Connector 9"/>
          <p:cNvCxnSpPr/>
          <p:nvPr/>
        </p:nvCxnSpPr>
        <p:spPr bwMode="auto">
          <a:xfrm>
            <a:off x="1193759" y="1738080"/>
            <a:ext cx="996660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pic>
        <p:nvPicPr>
          <p:cNvPr id="1086468771" name="Google Shape;67;p52" descr=""/>
          <p:cNvPicPr/>
          <p:nvPr/>
        </p:nvPicPr>
        <p:blipFill rotWithShape="1">
          <a:blip r:embed="rId3"/>
          <a:stretch/>
        </p:blipFill>
        <p:spPr bwMode="auto">
          <a:xfrm>
            <a:off x="10779120" y="177840"/>
            <a:ext cx="1206000" cy="1213920"/>
          </a:xfrm>
          <a:prstGeom prst="rect">
            <a:avLst/>
          </a:prstGeom>
          <a:ln w="0">
            <a:noFill/>
          </a:ln>
        </p:spPr>
      </p:pic>
      <p:sp>
        <p:nvSpPr>
          <p:cNvPr id="1714924565" name="Rectangle 6"/>
          <p:cNvSpPr/>
          <p:nvPr/>
        </p:nvSpPr>
        <p:spPr bwMode="auto"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4585422" name="Rectangle 7"/>
          <p:cNvSpPr/>
          <p:nvPr/>
        </p:nvSpPr>
        <p:spPr bwMode="auto">
          <a:xfrm>
            <a:off x="0" y="6334200"/>
            <a:ext cx="12188520" cy="6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8360" rIns="90000" bIns="1836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10374402" name="Straight Connector 8"/>
          <p:cNvCxnSpPr/>
          <p:nvPr/>
        </p:nvCxnSpPr>
        <p:spPr bwMode="auto">
          <a:xfrm>
            <a:off x="1207800" y="4343400"/>
            <a:ext cx="987624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587762921" name="PlaceHolder 1"/>
          <p:cNvSpPr>
            <a:spLocks noGrp="1"/>
          </p:cNvSpPr>
          <p:nvPr>
            <p:ph type="title"/>
          </p:nvPr>
        </p:nvSpPr>
        <p:spPr bwMode="auto">
          <a:xfrm>
            <a:off x="1097280" y="758879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8000" b="0" strike="noStrike" spc="-52">
                <a:solidFill>
                  <a:schemeClr val="dk1">
                    <a:lumMod val="85000"/>
                    <a:lumOff val="15000"/>
                  </a:schemeClr>
                </a:solidFill>
                <a:latin typeface="Calibri"/>
              </a:rPr>
              <a:t>Haga clic para modificar el estilo de título del patrón</a:t>
            </a:r>
            <a:endParaRPr lang="en-US" sz="8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634890" name="PlaceHolder 2"/>
          <p:cNvSpPr>
            <a:spLocks noGrp="1"/>
          </p:cNvSpPr>
          <p:nvPr>
            <p:ph type="body"/>
          </p:nvPr>
        </p:nvSpPr>
        <p:spPr bwMode="auto"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rmAutofit/>
          </a:bodyPr>
          <a:p>
            <a:pPr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  <a:defRPr/>
            </a:pPr>
            <a:r>
              <a:rPr lang="es-ES" sz="2400" b="0" strike="noStrike" cap="all" spc="199">
                <a:solidFill>
                  <a:schemeClr val="dk2"/>
                </a:solidFill>
                <a:latin typeface="Calibri Light"/>
              </a:rPr>
              <a:t>Haga clic para modificar los estilos de texto del patrón</a:t>
            </a:r>
            <a:endParaRPr lang="en-US" sz="24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00731181" name="PlaceHolder 3"/>
          <p:cNvSpPr>
            <a:spLocks noGrp="1"/>
          </p:cNvSpPr>
          <p:nvPr>
            <p:ph type="dt" idx="22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&lt;fecha/hora&gt;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6838439" name="PlaceHolder 4"/>
          <p:cNvSpPr>
            <a:spLocks noGrp="1"/>
          </p:cNvSpPr>
          <p:nvPr>
            <p:ph type="ftr" idx="23"/>
          </p:nvPr>
        </p:nvSpPr>
        <p:spPr bwMode="auto">
          <a:xfrm>
            <a:off x="3686040" y="645948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s-ES" sz="900" b="0" strike="noStrike" cap="all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s-ES" sz="900" b="0" strike="noStrike" cap="all" spc="-1">
                <a:solidFill>
                  <a:srgbClr val="FFFFFF"/>
                </a:solidFill>
                <a:latin typeface="Calibri"/>
              </a:rPr>
              <a:t>&lt;pie de página&gt;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137709" name="PlaceHolder 5"/>
          <p:cNvSpPr>
            <a:spLocks noGrp="1"/>
          </p:cNvSpPr>
          <p:nvPr>
            <p:ph type="sldNum" idx="24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826AE48A-A0B1-45A1-90A7-DFCF186D24C2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551276" name="Rectangle 6"/>
          <p:cNvSpPr/>
          <p:nvPr/>
        </p:nvSpPr>
        <p:spPr bwMode="auto"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0868732" name="Rectangle 8"/>
          <p:cNvSpPr/>
          <p:nvPr/>
        </p:nvSpPr>
        <p:spPr bwMode="auto"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1600" rIns="90000" bIns="216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6721514" name="Straight Connector 9"/>
          <p:cNvCxnSpPr/>
          <p:nvPr/>
        </p:nvCxnSpPr>
        <p:spPr bwMode="auto">
          <a:xfrm>
            <a:off x="1193759" y="1738080"/>
            <a:ext cx="996660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pic>
        <p:nvPicPr>
          <p:cNvPr id="1693790422" name="Google Shape;67;p52" descr=""/>
          <p:cNvPicPr/>
          <p:nvPr/>
        </p:nvPicPr>
        <p:blipFill rotWithShape="1">
          <a:blip r:embed="rId3"/>
          <a:stretch/>
        </p:blipFill>
        <p:spPr bwMode="auto">
          <a:xfrm>
            <a:off x="10779120" y="177840"/>
            <a:ext cx="1206000" cy="1213920"/>
          </a:xfrm>
          <a:prstGeom prst="rect">
            <a:avLst/>
          </a:prstGeom>
          <a:ln w="0">
            <a:noFill/>
          </a:ln>
        </p:spPr>
      </p:pic>
      <p:sp>
        <p:nvSpPr>
          <p:cNvPr id="248595353" name="PlaceHolder 1"/>
          <p:cNvSpPr>
            <a:spLocks noGrp="1"/>
          </p:cNvSpPr>
          <p:nvPr>
            <p:ph type="title"/>
          </p:nvPr>
        </p:nvSpPr>
        <p:spPr bwMode="auto"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5400" b="0" strike="noStrike" spc="-52">
                <a:solidFill>
                  <a:schemeClr val="dk1"/>
                </a:solidFill>
                <a:latin typeface="Calibri"/>
              </a:rPr>
              <a:t>Haga clic para modificar el estilo de título del patrón</a:t>
            </a:r>
            <a:endParaRPr lang="en-U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0399076" name="PlaceHolder 2"/>
          <p:cNvSpPr>
            <a:spLocks noGrp="1"/>
          </p:cNvSpPr>
          <p:nvPr>
            <p:ph type="body"/>
          </p:nvPr>
        </p:nvSpPr>
        <p:spPr bwMode="auto">
          <a:xfrm>
            <a:off x="109728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numCol="1" spcCol="0" anchor="t">
            <a:noAutofit/>
          </a:bodyPr>
          <a:p>
            <a:pPr marL="90359" indent="-90359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D34817"/>
              </a:buClr>
              <a:buFont typeface="Calibri"/>
              <a:buChar char=" "/>
              <a:defRPr/>
            </a:pPr>
            <a:r>
              <a:rPr lang="es-ES" sz="2000" b="0" strike="noStrike" spc="-1">
                <a:solidFill>
                  <a:srgbClr val="404040"/>
                </a:solidFill>
                <a:latin typeface="Calibri"/>
              </a:rPr>
              <a:t>Haga clic para modificar los estilos de texto del patrón</a:t>
            </a: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  <a:p>
            <a:pPr marL="382680" lvl="1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800" b="0" strike="noStrike" spc="-1">
                <a:solidFill>
                  <a:srgbClr val="404040"/>
                </a:solidFill>
                <a:latin typeface="Calibri"/>
              </a:rPr>
              <a:t>Segundo nivel</a:t>
            </a:r>
            <a:endParaRPr lang="en-US" sz="1800" b="0" strike="noStrike" spc="-1">
              <a:solidFill>
                <a:srgbClr val="404040"/>
              </a:solidFill>
              <a:latin typeface="Calibri"/>
            </a:endParaRPr>
          </a:p>
          <a:p>
            <a:pPr marL="566640" lvl="2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400" b="0" strike="noStrike" spc="-1">
                <a:solidFill>
                  <a:srgbClr val="404040"/>
                </a:solidFill>
                <a:latin typeface="Calibri"/>
              </a:rPr>
              <a:t>Tercer nivel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  <a:p>
            <a:pPr marL="749160" lvl="3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400" b="0" strike="noStrike" spc="-1">
                <a:solidFill>
                  <a:srgbClr val="404040"/>
                </a:solidFill>
                <a:latin typeface="Calibri"/>
              </a:rPr>
              <a:t>Cuarto nivel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  <a:p>
            <a:pPr marL="932040" lvl="4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400" b="0" strike="noStrike" spc="-1">
                <a:solidFill>
                  <a:srgbClr val="404040"/>
                </a:solidFill>
                <a:latin typeface="Calibri"/>
              </a:rPr>
              <a:t>Quinto nivel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256367875" name="PlaceHolder 3"/>
          <p:cNvSpPr>
            <a:spLocks noGrp="1"/>
          </p:cNvSpPr>
          <p:nvPr>
            <p:ph type="body"/>
          </p:nvPr>
        </p:nvSpPr>
        <p:spPr bwMode="auto">
          <a:xfrm>
            <a:off x="621792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numCol="1" spcCol="0" anchor="t">
            <a:noAutofit/>
          </a:bodyPr>
          <a:p>
            <a:pPr marL="90359" indent="-90359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D34817"/>
              </a:buClr>
              <a:buFont typeface="Calibri"/>
              <a:buChar char=" "/>
              <a:defRPr/>
            </a:pPr>
            <a:r>
              <a:rPr lang="es-ES" sz="2000" b="0" strike="noStrike" spc="-1">
                <a:solidFill>
                  <a:srgbClr val="404040"/>
                </a:solidFill>
                <a:latin typeface="Calibri"/>
              </a:rPr>
              <a:t>Haga clic para modificar los estilos de texto del patrón</a:t>
            </a: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  <a:p>
            <a:pPr marL="382680" lvl="1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800" b="0" strike="noStrike" spc="-1">
                <a:solidFill>
                  <a:srgbClr val="404040"/>
                </a:solidFill>
                <a:latin typeface="Calibri"/>
              </a:rPr>
              <a:t>Segundo nivel</a:t>
            </a:r>
            <a:endParaRPr lang="en-US" sz="1800" b="0" strike="noStrike" spc="-1">
              <a:solidFill>
                <a:srgbClr val="404040"/>
              </a:solidFill>
              <a:latin typeface="Calibri"/>
            </a:endParaRPr>
          </a:p>
          <a:p>
            <a:pPr marL="566640" lvl="2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400" b="0" strike="noStrike" spc="-1">
                <a:solidFill>
                  <a:srgbClr val="404040"/>
                </a:solidFill>
                <a:latin typeface="Calibri"/>
              </a:rPr>
              <a:t>Tercer nivel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  <a:p>
            <a:pPr marL="749160" lvl="3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400" b="0" strike="noStrike" spc="-1">
                <a:solidFill>
                  <a:srgbClr val="404040"/>
                </a:solidFill>
                <a:latin typeface="Calibri"/>
              </a:rPr>
              <a:t>Cuarto nivel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  <a:p>
            <a:pPr marL="932040" lvl="4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400" b="0" strike="noStrike" spc="-1">
                <a:solidFill>
                  <a:srgbClr val="404040"/>
                </a:solidFill>
                <a:latin typeface="Calibri"/>
              </a:rPr>
              <a:t>Quinto nivel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185868698" name="PlaceHolder 4"/>
          <p:cNvSpPr>
            <a:spLocks noGrp="1"/>
          </p:cNvSpPr>
          <p:nvPr>
            <p:ph type="dt" idx="25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&lt;fecha/hora&gt;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8024387" name="PlaceHolder 5"/>
          <p:cNvSpPr>
            <a:spLocks noGrp="1"/>
          </p:cNvSpPr>
          <p:nvPr>
            <p:ph type="ftr" idx="26"/>
          </p:nvPr>
        </p:nvSpPr>
        <p:spPr bwMode="auto">
          <a:xfrm>
            <a:off x="3686040" y="645948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s-ES" sz="900" b="0" strike="noStrike" cap="all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s-ES" sz="900" b="0" strike="noStrike" cap="all" spc="-1">
                <a:solidFill>
                  <a:srgbClr val="FFFFFF"/>
                </a:solidFill>
                <a:latin typeface="Calibri"/>
              </a:rPr>
              <a:t>&lt;pie de página&gt;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807482" name="PlaceHolder 6"/>
          <p:cNvSpPr>
            <a:spLocks noGrp="1"/>
          </p:cNvSpPr>
          <p:nvPr>
            <p:ph type="sldNum" idx="27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7F8287DD-38B3-4E47-8B7A-369DA39A0AE9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541623" name="Rectangle 6"/>
          <p:cNvSpPr/>
          <p:nvPr/>
        </p:nvSpPr>
        <p:spPr bwMode="auto"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5187423" name="Rectangle 8"/>
          <p:cNvSpPr/>
          <p:nvPr/>
        </p:nvSpPr>
        <p:spPr bwMode="auto"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1600" rIns="90000" bIns="216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724905411" name="Straight Connector 9"/>
          <p:cNvCxnSpPr/>
          <p:nvPr/>
        </p:nvCxnSpPr>
        <p:spPr bwMode="auto">
          <a:xfrm>
            <a:off x="1193759" y="1738080"/>
            <a:ext cx="996660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pic>
        <p:nvPicPr>
          <p:cNvPr id="1528036939" name="Google Shape;67;p52" descr=""/>
          <p:cNvPicPr/>
          <p:nvPr/>
        </p:nvPicPr>
        <p:blipFill rotWithShape="1">
          <a:blip r:embed="rId3"/>
          <a:stretch/>
        </p:blipFill>
        <p:spPr bwMode="auto">
          <a:xfrm>
            <a:off x="10779120" y="177840"/>
            <a:ext cx="1206000" cy="1213920"/>
          </a:xfrm>
          <a:prstGeom prst="rect">
            <a:avLst/>
          </a:prstGeom>
          <a:ln w="0">
            <a:noFill/>
          </a:ln>
        </p:spPr>
      </p:pic>
      <p:sp>
        <p:nvSpPr>
          <p:cNvPr id="928295096" name="PlaceHolder 1"/>
          <p:cNvSpPr>
            <a:spLocks noGrp="1"/>
          </p:cNvSpPr>
          <p:nvPr>
            <p:ph type="title"/>
          </p:nvPr>
        </p:nvSpPr>
        <p:spPr bwMode="auto"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5400" b="0" strike="noStrike" spc="-52">
                <a:solidFill>
                  <a:schemeClr val="dk1"/>
                </a:solidFill>
                <a:latin typeface="Calibri"/>
              </a:rPr>
              <a:t>Haga clic para modificar el estilo de título del patrón</a:t>
            </a:r>
            <a:endParaRPr lang="en-U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745389" name="PlaceHolder 2"/>
          <p:cNvSpPr>
            <a:spLocks noGrp="1"/>
          </p:cNvSpPr>
          <p:nvPr>
            <p:ph type="body"/>
          </p:nvPr>
        </p:nvSpPr>
        <p:spPr bwMode="auto">
          <a:xfrm>
            <a:off x="109728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rmAutofit/>
          </a:bodyPr>
          <a:p>
            <a:pPr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  <a:defRPr/>
            </a:pPr>
            <a:r>
              <a:rPr lang="es-ES" sz="2000" b="0" strike="noStrike" cap="all" spc="-1">
                <a:solidFill>
                  <a:schemeClr val="dk2"/>
                </a:solidFill>
                <a:latin typeface="Calibri"/>
              </a:rPr>
              <a:t>Haga clic para modificar los estilos de texto del patrón</a:t>
            </a: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99506287" name="PlaceHolder 3"/>
          <p:cNvSpPr>
            <a:spLocks noGrp="1"/>
          </p:cNvSpPr>
          <p:nvPr>
            <p:ph type="body"/>
          </p:nvPr>
        </p:nvSpPr>
        <p:spPr bwMode="auto">
          <a:xfrm>
            <a:off x="1097280" y="2582280"/>
            <a:ext cx="4937400" cy="33778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numCol="1" spcCol="0" anchor="t">
            <a:noAutofit/>
          </a:bodyPr>
          <a:p>
            <a:pPr marL="90359" indent="-90359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D34817"/>
              </a:buClr>
              <a:buFont typeface="Calibri"/>
              <a:buChar char=" "/>
              <a:defRPr/>
            </a:pPr>
            <a:r>
              <a:rPr lang="es-ES" sz="2000" b="0" strike="noStrike" spc="-1">
                <a:solidFill>
                  <a:srgbClr val="404040"/>
                </a:solidFill>
                <a:latin typeface="Calibri"/>
              </a:rPr>
              <a:t>Haga clic para modificar los estilos de texto del patrón</a:t>
            </a: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  <a:p>
            <a:pPr marL="382680" lvl="1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800" b="0" strike="noStrike" spc="-1">
                <a:solidFill>
                  <a:srgbClr val="404040"/>
                </a:solidFill>
                <a:latin typeface="Calibri"/>
              </a:rPr>
              <a:t>Segundo nivel</a:t>
            </a:r>
            <a:endParaRPr lang="en-US" sz="1800" b="0" strike="noStrike" spc="-1">
              <a:solidFill>
                <a:srgbClr val="404040"/>
              </a:solidFill>
              <a:latin typeface="Calibri"/>
            </a:endParaRPr>
          </a:p>
          <a:p>
            <a:pPr marL="566640" lvl="2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400" b="0" strike="noStrike" spc="-1">
                <a:solidFill>
                  <a:srgbClr val="404040"/>
                </a:solidFill>
                <a:latin typeface="Calibri"/>
              </a:rPr>
              <a:t>Tercer nivel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  <a:p>
            <a:pPr marL="749160" lvl="3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400" b="0" strike="noStrike" spc="-1">
                <a:solidFill>
                  <a:srgbClr val="404040"/>
                </a:solidFill>
                <a:latin typeface="Calibri"/>
              </a:rPr>
              <a:t>Cuarto nivel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  <a:p>
            <a:pPr marL="932040" lvl="4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400" b="0" strike="noStrike" spc="-1">
                <a:solidFill>
                  <a:srgbClr val="404040"/>
                </a:solidFill>
                <a:latin typeface="Calibri"/>
              </a:rPr>
              <a:t>Quinto nivel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514579929" name="PlaceHolder 4"/>
          <p:cNvSpPr>
            <a:spLocks noGrp="1"/>
          </p:cNvSpPr>
          <p:nvPr>
            <p:ph type="body"/>
          </p:nvPr>
        </p:nvSpPr>
        <p:spPr bwMode="auto">
          <a:xfrm>
            <a:off x="621792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rmAutofit/>
          </a:bodyPr>
          <a:p>
            <a:pPr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  <a:defRPr/>
            </a:pPr>
            <a:r>
              <a:rPr lang="es-ES" sz="2000" b="0" strike="noStrike" cap="all" spc="-1">
                <a:solidFill>
                  <a:schemeClr val="dk2"/>
                </a:solidFill>
                <a:latin typeface="Calibri"/>
              </a:rPr>
              <a:t>Haga clic para modificar los estilos de texto del patrón</a:t>
            </a: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23558103" name="PlaceHolder 5"/>
          <p:cNvSpPr>
            <a:spLocks noGrp="1"/>
          </p:cNvSpPr>
          <p:nvPr>
            <p:ph type="body"/>
          </p:nvPr>
        </p:nvSpPr>
        <p:spPr bwMode="auto">
          <a:xfrm>
            <a:off x="6217920" y="2582280"/>
            <a:ext cx="4937400" cy="33778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numCol="1" spcCol="0" anchor="t">
            <a:noAutofit/>
          </a:bodyPr>
          <a:p>
            <a:pPr marL="90359" indent="-90359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D34817"/>
              </a:buClr>
              <a:buFont typeface="Calibri"/>
              <a:buChar char=" "/>
              <a:defRPr/>
            </a:pPr>
            <a:r>
              <a:rPr lang="es-ES" sz="2000" b="0" strike="noStrike" spc="-1">
                <a:solidFill>
                  <a:srgbClr val="404040"/>
                </a:solidFill>
                <a:latin typeface="Calibri"/>
              </a:rPr>
              <a:t>Haga clic para modificar los estilos de texto del patrón</a:t>
            </a: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  <a:p>
            <a:pPr marL="382680" lvl="1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800" b="0" strike="noStrike" spc="-1">
                <a:solidFill>
                  <a:srgbClr val="404040"/>
                </a:solidFill>
                <a:latin typeface="Calibri"/>
              </a:rPr>
              <a:t>Segundo nivel</a:t>
            </a:r>
            <a:endParaRPr lang="en-US" sz="1800" b="0" strike="noStrike" spc="-1">
              <a:solidFill>
                <a:srgbClr val="404040"/>
              </a:solidFill>
              <a:latin typeface="Calibri"/>
            </a:endParaRPr>
          </a:p>
          <a:p>
            <a:pPr marL="566640" lvl="2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400" b="0" strike="noStrike" spc="-1">
                <a:solidFill>
                  <a:srgbClr val="404040"/>
                </a:solidFill>
                <a:latin typeface="Calibri"/>
              </a:rPr>
              <a:t>Tercer nivel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  <a:p>
            <a:pPr marL="749160" lvl="3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400" b="0" strike="noStrike" spc="-1">
                <a:solidFill>
                  <a:srgbClr val="404040"/>
                </a:solidFill>
                <a:latin typeface="Calibri"/>
              </a:rPr>
              <a:t>Cuarto nivel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  <a:p>
            <a:pPr marL="932040" lvl="4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400" b="0" strike="noStrike" spc="-1">
                <a:solidFill>
                  <a:srgbClr val="404040"/>
                </a:solidFill>
                <a:latin typeface="Calibri"/>
              </a:rPr>
              <a:t>Quinto nivel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113749844" name="PlaceHolder 6"/>
          <p:cNvSpPr>
            <a:spLocks noGrp="1"/>
          </p:cNvSpPr>
          <p:nvPr>
            <p:ph type="dt" idx="28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&lt;fecha/hora&gt;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6339556" name="PlaceHolder 7"/>
          <p:cNvSpPr>
            <a:spLocks noGrp="1"/>
          </p:cNvSpPr>
          <p:nvPr>
            <p:ph type="ftr" idx="29"/>
          </p:nvPr>
        </p:nvSpPr>
        <p:spPr bwMode="auto">
          <a:xfrm>
            <a:off x="3686040" y="645948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s-ES" sz="900" b="0" strike="noStrike" cap="all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s-ES" sz="900" b="0" strike="noStrike" cap="all" spc="-1">
                <a:solidFill>
                  <a:srgbClr val="FFFFFF"/>
                </a:solidFill>
                <a:latin typeface="Calibri"/>
              </a:rPr>
              <a:t>&lt;pie de página&gt;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330039" name="PlaceHolder 8"/>
          <p:cNvSpPr>
            <a:spLocks noGrp="1"/>
          </p:cNvSpPr>
          <p:nvPr>
            <p:ph type="sldNum" idx="30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E2F2E2F9-19C6-4F6F-9289-6271279357A5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823899" name="Rectangle 6"/>
          <p:cNvSpPr/>
          <p:nvPr/>
        </p:nvSpPr>
        <p:spPr bwMode="auto"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7556862" name="Rectangle 8"/>
          <p:cNvSpPr/>
          <p:nvPr/>
        </p:nvSpPr>
        <p:spPr bwMode="auto"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1600" rIns="90000" bIns="216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591992143" name="Straight Connector 9"/>
          <p:cNvCxnSpPr/>
          <p:nvPr/>
        </p:nvCxnSpPr>
        <p:spPr bwMode="auto">
          <a:xfrm>
            <a:off x="1193759" y="1738080"/>
            <a:ext cx="996660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pic>
        <p:nvPicPr>
          <p:cNvPr id="2027115211" name="Google Shape;67;p52" descr=""/>
          <p:cNvPicPr/>
          <p:nvPr/>
        </p:nvPicPr>
        <p:blipFill rotWithShape="1">
          <a:blip r:embed="rId3"/>
          <a:stretch/>
        </p:blipFill>
        <p:spPr bwMode="auto">
          <a:xfrm>
            <a:off x="10779120" y="177840"/>
            <a:ext cx="1206000" cy="1213920"/>
          </a:xfrm>
          <a:prstGeom prst="rect">
            <a:avLst/>
          </a:prstGeom>
          <a:ln w="0">
            <a:noFill/>
          </a:ln>
        </p:spPr>
      </p:pic>
      <p:sp>
        <p:nvSpPr>
          <p:cNvPr id="1737967097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5400" b="0" strike="noStrike" spc="-52">
                <a:solidFill>
                  <a:schemeClr val="dk1"/>
                </a:solidFill>
                <a:latin typeface="Calibri"/>
              </a:rPr>
              <a:t>Haga clic para modificar el estilo de título del patrón</a:t>
            </a:r>
            <a:endParaRPr lang="en-U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56517990" name="PlaceHolder 2"/>
          <p:cNvSpPr>
            <a:spLocks noGrp="1"/>
          </p:cNvSpPr>
          <p:nvPr>
            <p:ph type="dt" idx="31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&lt;fecha/hora&gt;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232390" name="PlaceHolder 3"/>
          <p:cNvSpPr>
            <a:spLocks noGrp="1"/>
          </p:cNvSpPr>
          <p:nvPr>
            <p:ph type="ftr" idx="32"/>
          </p:nvPr>
        </p:nvSpPr>
        <p:spPr bwMode="auto">
          <a:xfrm>
            <a:off x="3686040" y="645948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s-ES" sz="900" b="0" strike="noStrike" cap="all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s-ES" sz="900" b="0" strike="noStrike" cap="all" spc="-1">
                <a:solidFill>
                  <a:srgbClr val="FFFFFF"/>
                </a:solidFill>
                <a:latin typeface="Calibri"/>
              </a:rPr>
              <a:t>&lt;pie de página&gt;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3862271" name="PlaceHolder 4"/>
          <p:cNvSpPr>
            <a:spLocks noGrp="1"/>
          </p:cNvSpPr>
          <p:nvPr>
            <p:ph type="sldNum" idx="33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C33F30D4-E590-4C83-963F-A363DEF6B16C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3741557" name="Rectangle 6" hidden="1"/>
          <p:cNvSpPr/>
          <p:nvPr/>
        </p:nvSpPr>
        <p:spPr bwMode="auto"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3774235" name="Rectangle 8" hidden="1"/>
          <p:cNvSpPr/>
          <p:nvPr/>
        </p:nvSpPr>
        <p:spPr bwMode="auto"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1600" rIns="90000" bIns="216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753711338" name="Straight Connector 9"/>
          <p:cNvCxnSpPr/>
          <p:nvPr/>
        </p:nvCxnSpPr>
        <p:spPr bwMode="auto">
          <a:xfrm>
            <a:off x="1193759" y="1738080"/>
            <a:ext cx="996660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pic>
        <p:nvPicPr>
          <p:cNvPr id="415236054" name="Google Shape;67;p52" descr=""/>
          <p:cNvPicPr/>
          <p:nvPr/>
        </p:nvPicPr>
        <p:blipFill rotWithShape="1">
          <a:blip r:embed="rId3"/>
          <a:stretch/>
        </p:blipFill>
        <p:spPr bwMode="auto">
          <a:xfrm>
            <a:off x="10779120" y="177840"/>
            <a:ext cx="1206000" cy="1213920"/>
          </a:xfrm>
          <a:prstGeom prst="rect">
            <a:avLst/>
          </a:prstGeom>
          <a:ln w="0">
            <a:noFill/>
          </a:ln>
        </p:spPr>
      </p:pic>
      <p:sp>
        <p:nvSpPr>
          <p:cNvPr id="379316896" name="Rectangle 4"/>
          <p:cNvSpPr/>
          <p:nvPr/>
        </p:nvSpPr>
        <p:spPr bwMode="auto"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650345" name="Rectangle 5"/>
          <p:cNvSpPr/>
          <p:nvPr/>
        </p:nvSpPr>
        <p:spPr bwMode="auto">
          <a:xfrm>
            <a:off x="0" y="6334200"/>
            <a:ext cx="12188520" cy="6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8360" rIns="90000" bIns="1836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60989761" name="Google Shape;67;p52" descr=""/>
          <p:cNvPicPr/>
          <p:nvPr/>
        </p:nvPicPr>
        <p:blipFill rotWithShape="1">
          <a:blip r:embed="rId3"/>
          <a:stretch/>
        </p:blipFill>
        <p:spPr bwMode="auto">
          <a:xfrm>
            <a:off x="10779120" y="177840"/>
            <a:ext cx="1206000" cy="1213920"/>
          </a:xfrm>
          <a:prstGeom prst="rect">
            <a:avLst/>
          </a:prstGeom>
          <a:ln w="0">
            <a:noFill/>
          </a:ln>
        </p:spPr>
      </p:pic>
      <p:sp>
        <p:nvSpPr>
          <p:cNvPr id="1407615483" name="PlaceHolder 1"/>
          <p:cNvSpPr>
            <a:spLocks noGrp="1"/>
          </p:cNvSpPr>
          <p:nvPr>
            <p:ph type="dt" idx="34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&lt;fecha/hora&gt;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9227543" name="PlaceHolder 2"/>
          <p:cNvSpPr>
            <a:spLocks noGrp="1"/>
          </p:cNvSpPr>
          <p:nvPr>
            <p:ph type="ftr" idx="35"/>
          </p:nvPr>
        </p:nvSpPr>
        <p:spPr bwMode="auto">
          <a:xfrm>
            <a:off x="3686040" y="645948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s-ES" sz="900" b="0" strike="noStrike" cap="all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s-ES" sz="900" b="0" strike="noStrike" cap="all" spc="-1">
                <a:solidFill>
                  <a:srgbClr val="FFFFFF"/>
                </a:solidFill>
                <a:latin typeface="Calibri"/>
              </a:rPr>
              <a:t>&lt;pie de página&gt;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736777" name="PlaceHolder 3"/>
          <p:cNvSpPr>
            <a:spLocks noGrp="1"/>
          </p:cNvSpPr>
          <p:nvPr>
            <p:ph type="sldNum" idx="36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76895C0C-374D-4A9E-9111-01352033F18D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079769" name="Rectangle 6" hidden="1"/>
          <p:cNvSpPr/>
          <p:nvPr/>
        </p:nvSpPr>
        <p:spPr bwMode="auto"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74934" name="Rectangle 8" hidden="1"/>
          <p:cNvSpPr/>
          <p:nvPr/>
        </p:nvSpPr>
        <p:spPr bwMode="auto"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1600" rIns="90000" bIns="216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22994254" name="Straight Connector 9"/>
          <p:cNvCxnSpPr/>
          <p:nvPr/>
        </p:nvCxnSpPr>
        <p:spPr bwMode="auto">
          <a:xfrm>
            <a:off x="1193759" y="1738080"/>
            <a:ext cx="996660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pic>
        <p:nvPicPr>
          <p:cNvPr id="455555351" name="Google Shape;67;p52" descr=""/>
          <p:cNvPicPr/>
          <p:nvPr/>
        </p:nvPicPr>
        <p:blipFill rotWithShape="1">
          <a:blip r:embed="rId3"/>
          <a:stretch/>
        </p:blipFill>
        <p:spPr bwMode="auto">
          <a:xfrm>
            <a:off x="10779120" y="177840"/>
            <a:ext cx="1206000" cy="1213920"/>
          </a:xfrm>
          <a:prstGeom prst="rect">
            <a:avLst/>
          </a:prstGeom>
          <a:ln w="0">
            <a:noFill/>
          </a:ln>
        </p:spPr>
      </p:pic>
      <p:sp>
        <p:nvSpPr>
          <p:cNvPr id="365504636" name="Rectangle 7"/>
          <p:cNvSpPr/>
          <p:nvPr/>
        </p:nvSpPr>
        <p:spPr bwMode="auto">
          <a:xfrm>
            <a:off x="0" y="0"/>
            <a:ext cx="4051080" cy="6857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2156671" name="Rectangle 8"/>
          <p:cNvSpPr/>
          <p:nvPr/>
        </p:nvSpPr>
        <p:spPr bwMode="auto">
          <a:xfrm>
            <a:off x="4040280" y="0"/>
            <a:ext cx="6300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3928351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594360"/>
            <a:ext cx="3200040" cy="228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3600" b="0" strike="noStrike" spc="-52">
                <a:solidFill>
                  <a:srgbClr val="FFFFFF"/>
                </a:solidFill>
                <a:latin typeface="Calibri"/>
              </a:rPr>
              <a:t>Haga clic para modificar el estilo de título del patrón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48970380" name="PlaceHolder 2"/>
          <p:cNvSpPr>
            <a:spLocks noGrp="1"/>
          </p:cNvSpPr>
          <p:nvPr>
            <p:ph type="body"/>
          </p:nvPr>
        </p:nvSpPr>
        <p:spPr bwMode="auto">
          <a:xfrm>
            <a:off x="4800600" y="731520"/>
            <a:ext cx="6491880" cy="5257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numCol="1" spcCol="0" anchor="t">
            <a:noAutofit/>
          </a:bodyPr>
          <a:p>
            <a:pPr marL="90359" indent="-90359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D34817"/>
              </a:buClr>
              <a:buFont typeface="Calibri"/>
              <a:buChar char=" "/>
              <a:defRPr/>
            </a:pPr>
            <a:r>
              <a:rPr lang="es-ES" sz="2000" b="0" strike="noStrike" spc="-1">
                <a:solidFill>
                  <a:srgbClr val="404040"/>
                </a:solidFill>
                <a:latin typeface="Calibri"/>
              </a:rPr>
              <a:t>Haga clic para modificar los estilos de texto del patrón</a:t>
            </a: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  <a:p>
            <a:pPr marL="382680" lvl="1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800" b="0" strike="noStrike" spc="-1">
                <a:solidFill>
                  <a:srgbClr val="404040"/>
                </a:solidFill>
                <a:latin typeface="Calibri"/>
              </a:rPr>
              <a:t>Segundo nivel</a:t>
            </a:r>
            <a:endParaRPr lang="en-US" sz="1800" b="0" strike="noStrike" spc="-1">
              <a:solidFill>
                <a:srgbClr val="404040"/>
              </a:solidFill>
              <a:latin typeface="Calibri"/>
            </a:endParaRPr>
          </a:p>
          <a:p>
            <a:pPr marL="566640" lvl="2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400" b="0" strike="noStrike" spc="-1">
                <a:solidFill>
                  <a:srgbClr val="404040"/>
                </a:solidFill>
                <a:latin typeface="Calibri"/>
              </a:rPr>
              <a:t>Tercer nivel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  <a:p>
            <a:pPr marL="749160" lvl="3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400" b="0" strike="noStrike" spc="-1">
                <a:solidFill>
                  <a:srgbClr val="404040"/>
                </a:solidFill>
                <a:latin typeface="Calibri"/>
              </a:rPr>
              <a:t>Cuarto nivel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  <a:p>
            <a:pPr marL="932040" lvl="4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D34817"/>
              </a:buClr>
              <a:buFont typeface="Calibri"/>
              <a:buChar char="◦"/>
              <a:defRPr/>
            </a:pPr>
            <a:r>
              <a:rPr lang="es-ES" sz="1400" b="0" strike="noStrike" spc="-1">
                <a:solidFill>
                  <a:srgbClr val="404040"/>
                </a:solidFill>
                <a:latin typeface="Calibri"/>
              </a:rPr>
              <a:t>Quinto nivel</a:t>
            </a:r>
            <a:endParaRPr lang="en-US" sz="14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28436939" name="PlaceHolder 3"/>
          <p:cNvSpPr>
            <a:spLocks noGrp="1"/>
          </p:cNvSpPr>
          <p:nvPr>
            <p:ph type="body"/>
          </p:nvPr>
        </p:nvSpPr>
        <p:spPr bwMode="auto">
          <a:xfrm>
            <a:off x="457200" y="2926080"/>
            <a:ext cx="3200040" cy="337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rmAutofit/>
          </a:bodyPr>
          <a:p>
            <a:pPr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  <a:defRPr/>
            </a:pPr>
            <a:r>
              <a:rPr lang="es-ES" sz="1500" b="0" strike="noStrike" spc="-1">
                <a:solidFill>
                  <a:srgbClr val="FFFFFF"/>
                </a:solidFill>
                <a:latin typeface="Calibri"/>
              </a:rPr>
              <a:t>Haga clic para modificar los estilos de texto del patrón</a:t>
            </a:r>
            <a:endParaRPr lang="en-US" sz="15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789697291" name="PlaceHolder 4"/>
          <p:cNvSpPr>
            <a:spLocks noGrp="1"/>
          </p:cNvSpPr>
          <p:nvPr>
            <p:ph type="dt" idx="37"/>
          </p:nvPr>
        </p:nvSpPr>
        <p:spPr bwMode="auto">
          <a:xfrm>
            <a:off x="465120" y="6459480"/>
            <a:ext cx="26190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&lt;fecha/hora&gt;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427606" name="PlaceHolder 5"/>
          <p:cNvSpPr>
            <a:spLocks noGrp="1"/>
          </p:cNvSpPr>
          <p:nvPr>
            <p:ph type="ftr" idx="38"/>
          </p:nvPr>
        </p:nvSpPr>
        <p:spPr bwMode="auto">
          <a:xfrm>
            <a:off x="4800600" y="6459480"/>
            <a:ext cx="46479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cap="all" spc="-1">
                <a:solidFill>
                  <a:schemeClr val="dk2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cap="all" spc="-1">
                <a:solidFill>
                  <a:schemeClr val="dk2"/>
                </a:solidFill>
                <a:latin typeface="Calibri"/>
              </a:rPr>
              <a:t>&lt;pie de página&gt;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620567" name="PlaceHolder 6"/>
          <p:cNvSpPr>
            <a:spLocks noGrp="1"/>
          </p:cNvSpPr>
          <p:nvPr>
            <p:ph type="sldNum" idx="39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4F444E40-5510-4D64-898F-7C79F653EF99}" type="slidenum">
              <a:rPr lang="es-ES" sz="1050" b="0" strike="noStrike" spc="-1">
                <a:solidFill>
                  <a:schemeClr val="dk2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70476" name="Rectangle 6" hidden="1"/>
          <p:cNvSpPr/>
          <p:nvPr/>
        </p:nvSpPr>
        <p:spPr bwMode="auto"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2698136" name="Rectangle 8" hidden="1"/>
          <p:cNvSpPr/>
          <p:nvPr/>
        </p:nvSpPr>
        <p:spPr bwMode="auto"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1600" rIns="90000" bIns="216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40635270" name="Straight Connector 9"/>
          <p:cNvCxnSpPr/>
          <p:nvPr/>
        </p:nvCxnSpPr>
        <p:spPr bwMode="auto">
          <a:xfrm>
            <a:off x="1193759" y="1738080"/>
            <a:ext cx="996660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pic>
        <p:nvPicPr>
          <p:cNvPr id="1496493117" name="Google Shape;67;p52" descr=""/>
          <p:cNvPicPr/>
          <p:nvPr/>
        </p:nvPicPr>
        <p:blipFill rotWithShape="1">
          <a:blip r:embed="rId3"/>
          <a:stretch/>
        </p:blipFill>
        <p:spPr bwMode="auto">
          <a:xfrm>
            <a:off x="10779120" y="177840"/>
            <a:ext cx="1206000" cy="1213920"/>
          </a:xfrm>
          <a:prstGeom prst="rect">
            <a:avLst/>
          </a:prstGeom>
          <a:ln w="0">
            <a:noFill/>
          </a:ln>
        </p:spPr>
      </p:pic>
      <p:sp>
        <p:nvSpPr>
          <p:cNvPr id="1365412383" name="Rectangle 7"/>
          <p:cNvSpPr/>
          <p:nvPr/>
        </p:nvSpPr>
        <p:spPr bwMode="auto">
          <a:xfrm>
            <a:off x="0" y="4952880"/>
            <a:ext cx="12188520" cy="19047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85344" name="Rectangle 8"/>
          <p:cNvSpPr/>
          <p:nvPr/>
        </p:nvSpPr>
        <p:spPr bwMode="auto">
          <a:xfrm>
            <a:off x="0" y="4915080"/>
            <a:ext cx="12188520" cy="6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8360" rIns="90000" bIns="1836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4826116" name="PlaceHolder 1"/>
          <p:cNvSpPr>
            <a:spLocks noGrp="1"/>
          </p:cNvSpPr>
          <p:nvPr>
            <p:ph type="title"/>
          </p:nvPr>
        </p:nvSpPr>
        <p:spPr bwMode="auto">
          <a:xfrm>
            <a:off x="1097280" y="5074920"/>
            <a:ext cx="10112760" cy="8226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3600" b="0" strike="noStrike" spc="-52">
                <a:solidFill>
                  <a:srgbClr val="FFFFFF"/>
                </a:solidFill>
                <a:latin typeface="Calibri"/>
              </a:rPr>
              <a:t>Haga clic para modificar el estilo de título del patrón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90315613" name="PlaceHolder 2"/>
          <p:cNvSpPr>
            <a:spLocks noGrp="1"/>
          </p:cNvSpPr>
          <p:nvPr>
            <p:ph type="body"/>
          </p:nvPr>
        </p:nvSpPr>
        <p:spPr bwMode="auto">
          <a:xfrm>
            <a:off x="0" y="0"/>
            <a:ext cx="12191760" cy="4914720"/>
          </a:xfrm>
          <a:prstGeom prst="rect">
            <a:avLst/>
          </a:prstGeom>
          <a:blipFill rotWithShape="0">
            <a:blip r:embed="rId4"/>
            <a:stretch/>
          </a:blipFill>
          <a:ln w="0">
            <a:noFill/>
          </a:ln>
        </p:spPr>
        <p:txBody>
          <a:bodyPr lIns="457200" tIns="457200" rIns="90000" bIns="4500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s-ES" sz="3200" b="0" strike="noStrike" spc="-1">
                <a:solidFill>
                  <a:schemeClr val="lt1"/>
                </a:solidFill>
                <a:latin typeface="Calibri"/>
              </a:rPr>
              <a:t>Haga clic en el icono para agregar una imagen</a:t>
            </a:r>
            <a:endParaRPr lang="en-US" sz="32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024646570" name="PlaceHolder 3"/>
          <p:cNvSpPr>
            <a:spLocks noGrp="1"/>
          </p:cNvSpPr>
          <p:nvPr>
            <p:ph type="body"/>
          </p:nvPr>
        </p:nvSpPr>
        <p:spPr bwMode="auto">
          <a:xfrm>
            <a:off x="1097280" y="5906880"/>
            <a:ext cx="10112760" cy="5940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numCol="1" spcCol="0" anchor="t">
            <a:normAutofit/>
          </a:bodyPr>
          <a:p>
            <a:pPr indent="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  <a:defRPr/>
            </a:pPr>
            <a:r>
              <a:rPr lang="es-ES" sz="1500" b="0" strike="noStrike" spc="-1">
                <a:solidFill>
                  <a:srgbClr val="FFFFFF"/>
                </a:solidFill>
                <a:latin typeface="Calibri"/>
              </a:rPr>
              <a:t>Haga clic para modificar los estilos de texto del patrón</a:t>
            </a:r>
            <a:endParaRPr lang="en-US" sz="15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650180465" name="PlaceHolder 4"/>
          <p:cNvSpPr>
            <a:spLocks noGrp="1"/>
          </p:cNvSpPr>
          <p:nvPr>
            <p:ph type="dt" idx="40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&lt;fecha/hora&gt;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1185633" name="PlaceHolder 5"/>
          <p:cNvSpPr>
            <a:spLocks noGrp="1"/>
          </p:cNvSpPr>
          <p:nvPr>
            <p:ph type="ftr" idx="41"/>
          </p:nvPr>
        </p:nvSpPr>
        <p:spPr bwMode="auto">
          <a:xfrm>
            <a:off x="3686040" y="645948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s-ES" sz="900" b="0" strike="noStrike" cap="all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s-ES" sz="900" b="0" strike="noStrike" cap="all" spc="-1">
                <a:solidFill>
                  <a:srgbClr val="FFFFFF"/>
                </a:solidFill>
                <a:latin typeface="Calibri"/>
              </a:rPr>
              <a:t>&lt;pie de página&gt;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8909932" name="PlaceHolder 6"/>
          <p:cNvSpPr>
            <a:spLocks noGrp="1"/>
          </p:cNvSpPr>
          <p:nvPr>
            <p:ph type="sldNum" idx="42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DDD6F57A-F27D-4A47-81B8-7F0A0DFD36E0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18.jp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473043" name="PlaceHolder 1"/>
          <p:cNvSpPr>
            <a:spLocks noGrp="1"/>
          </p:cNvSpPr>
          <p:nvPr>
            <p:ph type="title"/>
          </p:nvPr>
        </p:nvSpPr>
        <p:spPr bwMode="auto">
          <a:xfrm>
            <a:off x="1097280" y="758879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7200" b="0" strike="noStrike" spc="-52">
                <a:solidFill>
                  <a:schemeClr val="dk1">
                    <a:lumMod val="85000"/>
                    <a:lumOff val="15000"/>
                  </a:schemeClr>
                </a:solidFill>
                <a:latin typeface="Calibri"/>
              </a:rPr>
              <a:t>Ingeniería de Software II</a:t>
            </a:r>
            <a:endParaRPr lang="en-US" sz="7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4902482" name="PlaceHolder 2"/>
          <p:cNvSpPr>
            <a:spLocks noGrp="1"/>
          </p:cNvSpPr>
          <p:nvPr>
            <p:ph type="subTitle"/>
          </p:nvPr>
        </p:nvSpPr>
        <p:spPr bwMode="auto">
          <a:xfrm>
            <a:off x="1100160" y="445572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  <a:defRPr/>
            </a:pPr>
            <a:r>
              <a:rPr lang="es-ES" sz="2400" b="0" strike="noStrike" cap="all" spc="-1">
                <a:solidFill>
                  <a:schemeClr val="dk2"/>
                </a:solidFill>
                <a:latin typeface="Calibri"/>
              </a:rPr>
              <a:t>2026 – clase 3</a:t>
            </a:r>
            <a:endParaRPr lang="es-E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000360" name="PlaceHolder 3"/>
          <p:cNvSpPr>
            <a:spLocks noGrp="1"/>
          </p:cNvSpPr>
          <p:nvPr>
            <p:ph type="dt" idx="46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0815996" name="PlaceHolder 4"/>
          <p:cNvSpPr>
            <a:spLocks noGrp="1"/>
          </p:cNvSpPr>
          <p:nvPr>
            <p:ph type="ftr" idx="47"/>
          </p:nvPr>
        </p:nvSpPr>
        <p:spPr bwMode="auto">
          <a:xfrm>
            <a:off x="3686040" y="645948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s-ES" sz="900" b="0" strike="noStrike" cap="all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s-ES" sz="900" b="0" strike="noStrike" cap="all" spc="-1">
                <a:solidFill>
                  <a:srgbClr val="FFFFFF"/>
                </a:solidFill>
                <a:latin typeface="Calibri"/>
              </a:rPr>
              <a:t>Ingeniería de Software II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3141791" name="PlaceHolder 5"/>
          <p:cNvSpPr>
            <a:spLocks noGrp="1"/>
          </p:cNvSpPr>
          <p:nvPr>
            <p:ph type="sldNum" idx="48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EA678AAE-9F0E-4B3C-A622-7D24072BAF24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719457" name="Google Shape;133;p2"/>
          <p:cNvSpPr/>
          <p:nvPr/>
        </p:nvSpPr>
        <p:spPr bwMode="auto">
          <a:xfrm>
            <a:off x="9170280" y="2852640"/>
            <a:ext cx="2851560" cy="1047600"/>
          </a:xfrm>
          <a:custGeom>
            <a:avLst/>
            <a:gdLst>
              <a:gd name="textAreaLeft" fmla="*/ 0 w 2851560"/>
              <a:gd name="textAreaRight" fmla="*/ 2851920 w 2851560"/>
              <a:gd name="textAreaTop" fmla="*/ 0 h 1047600"/>
              <a:gd name="textAreaBottom" fmla="*/ 1047960 h 104760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9280" tIns="44640" rIns="89280" bIns="4464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n-US" sz="135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30016543" name="Google Shape;134;p2"/>
          <p:cNvSpPr/>
          <p:nvPr/>
        </p:nvSpPr>
        <p:spPr bwMode="auto">
          <a:xfrm>
            <a:off x="5955480" y="6509520"/>
            <a:ext cx="2107080" cy="304560"/>
          </a:xfrm>
          <a:custGeom>
            <a:avLst/>
            <a:gdLst>
              <a:gd name="textAreaLeft" fmla="*/ 0 w 2107080"/>
              <a:gd name="textAreaRight" fmla="*/ 2107440 w 2107080"/>
              <a:gd name="textAreaTop" fmla="*/ 0 h 304560"/>
              <a:gd name="textAreaBottom" fmla="*/ 304920 h 30456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9280" tIns="44640" rIns="89280" bIns="4464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n-US" sz="135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726202634" name="Google Shape;135;p2"/>
          <p:cNvSpPr/>
          <p:nvPr/>
        </p:nvSpPr>
        <p:spPr bwMode="auto">
          <a:xfrm>
            <a:off x="1222200" y="1859040"/>
            <a:ext cx="9901800" cy="4477680"/>
          </a:xfrm>
          <a:custGeom>
            <a:avLst/>
            <a:gdLst>
              <a:gd name="textAreaLeft" fmla="*/ 0 w 9901800"/>
              <a:gd name="textAreaRight" fmla="*/ 9902160 w 9901800"/>
              <a:gd name="textAreaTop" fmla="*/ 0 h 4477680"/>
              <a:gd name="textAreaBottom" fmla="*/ 4478040 h 447768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5200" tIns="57600" rIns="115200" bIns="57600" anchor="t">
            <a:noAutofit/>
          </a:bodyPr>
          <a:p>
            <a:pPr marL="558360" indent="-558360" defTabSz="457200">
              <a:lnSpc>
                <a:spcPct val="85000"/>
              </a:lnSpc>
              <a:spcBef>
                <a:spcPts val="1641"/>
              </a:spcBef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AR" sz="3500" b="0" strike="noStrike" spc="-1">
                <a:solidFill>
                  <a:srgbClr val="000000"/>
                </a:solidFill>
                <a:latin typeface="Calibri"/>
                <a:ea typeface="Calibri"/>
              </a:rPr>
              <a:t>Gestión de Proyectos</a:t>
            </a:r>
            <a:endParaRPr lang="es-ES" sz="3500" b="0" strike="noStrike" spc="-1">
              <a:solidFill>
                <a:srgbClr val="000000"/>
              </a:solidFill>
              <a:latin typeface="Arial"/>
            </a:endParaRPr>
          </a:p>
          <a:p>
            <a:pPr marL="1451520" lvl="3" indent="-558360" defTabSz="457200">
              <a:lnSpc>
                <a:spcPct val="85000"/>
              </a:lnSpc>
              <a:spcBef>
                <a:spcPts val="757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s-ES" sz="3500" b="0" strike="noStrike" spc="-1">
                <a:solidFill>
                  <a:srgbClr val="000000"/>
                </a:solidFill>
                <a:latin typeface="Calibri"/>
                <a:ea typeface="Calibri"/>
              </a:rPr>
              <a:t>Gestión de Riesgos</a:t>
            </a:r>
            <a:endParaRPr lang="es-ES" sz="35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85000"/>
              </a:lnSpc>
              <a:spcBef>
                <a:spcPts val="1641"/>
              </a:spcBef>
              <a:defRPr/>
            </a:pPr>
            <a:endParaRPr lang="es-ES" sz="3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354037" name="PlaceHolder 1"/>
          <p:cNvSpPr>
            <a:spLocks noGrp="1"/>
          </p:cNvSpPr>
          <p:nvPr>
            <p:ph type="title"/>
          </p:nvPr>
        </p:nvSpPr>
        <p:spPr bwMode="auto">
          <a:xfrm>
            <a:off x="1222200" y="287280"/>
            <a:ext cx="9806040" cy="1449000"/>
          </a:xfrm>
          <a:prstGeom prst="rect">
            <a:avLst/>
          </a:prstGeom>
          <a:noFill/>
          <a:ln w="0">
            <a:noFill/>
          </a:ln>
        </p:spPr>
        <p:txBody>
          <a:bodyPr lIns="89280" tIns="44640" rIns="89280" bIns="4464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AR" sz="4400" b="0" strike="noStrike" spc="-52">
                <a:solidFill>
                  <a:schemeClr val="dk1"/>
                </a:solidFill>
                <a:latin typeface="Calibri"/>
              </a:rPr>
              <a:t>Contenidos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50142007" name="PlaceHolder 2"/>
          <p:cNvSpPr>
            <a:spLocks noGrp="1"/>
          </p:cNvSpPr>
          <p:nvPr>
            <p:ph type="dt" idx="49"/>
          </p:nvPr>
        </p:nvSpPr>
        <p:spPr bwMode="auto">
          <a:xfrm>
            <a:off x="1222200" y="6459480"/>
            <a:ext cx="2410920" cy="364680"/>
          </a:xfrm>
          <a:prstGeom prst="rect">
            <a:avLst/>
          </a:prstGeom>
          <a:noFill/>
          <a:ln w="0">
            <a:noFill/>
          </a:ln>
        </p:spPr>
        <p:txBody>
          <a:bodyPr lIns="89280" tIns="44640" rIns="89280" bIns="4464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AR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AR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4619556" name="PlaceHolder 3"/>
          <p:cNvSpPr>
            <a:spLocks noGrp="1"/>
          </p:cNvSpPr>
          <p:nvPr>
            <p:ph type="ftr" idx="50"/>
          </p:nvPr>
        </p:nvSpPr>
        <p:spPr bwMode="auto">
          <a:xfrm>
            <a:off x="3746519" y="6459480"/>
            <a:ext cx="4701600" cy="364680"/>
          </a:xfrm>
          <a:prstGeom prst="rect">
            <a:avLst/>
          </a:prstGeom>
          <a:noFill/>
          <a:ln w="0">
            <a:noFill/>
          </a:ln>
        </p:spPr>
        <p:txBody>
          <a:bodyPr lIns="89280" tIns="44640" rIns="89280" bIns="4464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s-AR" sz="900" b="0" strike="noStrike" cap="all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s-AR" sz="900" b="0" strike="noStrike" cap="all" spc="-1">
                <a:solidFill>
                  <a:srgbClr val="FFFFFF"/>
                </a:solidFill>
                <a:latin typeface="Calibri"/>
              </a:rPr>
              <a:t>INGENIERÍA DE SOFTWARE II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7861735" name="PlaceHolder 4"/>
          <p:cNvSpPr>
            <a:spLocks noGrp="1"/>
          </p:cNvSpPr>
          <p:nvPr>
            <p:ph type="sldNum" idx="51"/>
          </p:nvPr>
        </p:nvSpPr>
        <p:spPr bwMode="auto">
          <a:xfrm>
            <a:off x="9805680" y="6459480"/>
            <a:ext cx="1278000" cy="364680"/>
          </a:xfrm>
          <a:prstGeom prst="rect">
            <a:avLst/>
          </a:prstGeom>
          <a:noFill/>
          <a:ln w="0">
            <a:noFill/>
          </a:ln>
        </p:spPr>
        <p:txBody>
          <a:bodyPr lIns="89280" tIns="44640" rIns="89280" bIns="4464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AR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D5C54848-7DEF-4CDE-9755-65EFA8FD5DBE}" type="slidenum">
              <a:rPr lang="es-AR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8065395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594360"/>
            <a:ext cx="3200040" cy="228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3600" b="0" strike="noStrike" spc="-52">
                <a:solidFill>
                  <a:srgbClr val="FFFFFF"/>
                </a:solidFill>
                <a:latin typeface="Calibri"/>
              </a:rPr>
              <a:t>Riesgos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1320503" name="PlaceHolder 2"/>
          <p:cNvSpPr>
            <a:spLocks noGrp="1"/>
          </p:cNvSpPr>
          <p:nvPr>
            <p:ph/>
          </p:nvPr>
        </p:nvSpPr>
        <p:spPr bwMode="auto">
          <a:xfrm>
            <a:off x="4800600" y="731520"/>
            <a:ext cx="6491880" cy="5257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numCol="1" spcCol="0" anchor="t">
            <a:noAutofit/>
          </a:bodyPr>
          <a:p>
            <a:pPr marL="119520" indent="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s-ES" sz="3600" b="0" strike="noStrike" spc="-1">
                <a:solidFill>
                  <a:schemeClr val="dk1"/>
                </a:solidFill>
                <a:latin typeface="Calibri"/>
                <a:ea typeface="Calibri"/>
              </a:rPr>
              <a:t>¿Qué es un riesgo?    </a:t>
            </a:r>
            <a:endParaRPr lang="en-US" sz="3600" b="0" strike="noStrike" spc="-1">
              <a:solidFill>
                <a:srgbClr val="404040"/>
              </a:solidFill>
              <a:latin typeface="Calibri"/>
            </a:endParaRPr>
          </a:p>
          <a:p>
            <a:pPr marL="457200" indent="-50760">
              <a:lnSpc>
                <a:spcPct val="90000"/>
              </a:lnSpc>
              <a:spcBef>
                <a:spcPts val="1301"/>
              </a:spcBef>
              <a:buNone/>
              <a:tabLst>
                <a:tab pos="0" algn="l"/>
              </a:tabLst>
              <a:defRPr/>
            </a:pP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  <a:p>
            <a:pPr marL="119520" indent="0">
              <a:lnSpc>
                <a:spcPct val="90000"/>
              </a:lnSpc>
              <a:spcBef>
                <a:spcPts val="1301"/>
              </a:spcBef>
              <a:buNone/>
              <a:tabLst>
                <a:tab pos="0" algn="l"/>
              </a:tabLst>
              <a:defRPr/>
            </a:pPr>
            <a:r>
              <a:rPr lang="es-ES" sz="3200" b="0" strike="noStrike" spc="-1">
                <a:solidFill>
                  <a:schemeClr val="dk1"/>
                </a:solidFill>
                <a:latin typeface="Calibri"/>
                <a:ea typeface="Calibri"/>
              </a:rPr>
              <a:t>Un riesgo es un evento no deseado que tiene consecuencias negativas.</a:t>
            </a:r>
            <a:endParaRPr lang="en-US" sz="3200" b="0" strike="noStrike" spc="-1">
              <a:solidFill>
                <a:srgbClr val="40404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  <a:defRPr/>
            </a:pP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928225719" name="PlaceHolder 3"/>
          <p:cNvSpPr>
            <a:spLocks noGrp="1"/>
          </p:cNvSpPr>
          <p:nvPr>
            <p:ph/>
          </p:nvPr>
        </p:nvSpPr>
        <p:spPr bwMode="auto">
          <a:xfrm>
            <a:off x="457200" y="2926080"/>
            <a:ext cx="3200040" cy="337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15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94337747" name="PlaceHolder 4"/>
          <p:cNvSpPr>
            <a:spLocks noGrp="1"/>
          </p:cNvSpPr>
          <p:nvPr>
            <p:ph type="dt" idx="52"/>
          </p:nvPr>
        </p:nvSpPr>
        <p:spPr bwMode="auto">
          <a:xfrm>
            <a:off x="465120" y="6459480"/>
            <a:ext cx="26190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941334" name="PlaceHolder 5"/>
          <p:cNvSpPr>
            <a:spLocks noGrp="1"/>
          </p:cNvSpPr>
          <p:nvPr>
            <p:ph type="sldNum" idx="53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99F4F918-F47C-4D07-A13D-517E27DEF42C}" type="slidenum">
              <a:rPr lang="es-ES" sz="1050" b="0" strike="noStrike" spc="-1">
                <a:solidFill>
                  <a:schemeClr val="dk2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903794460" name="Google Shape;113;p3" descr=""/>
          <p:cNvPicPr/>
          <p:nvPr/>
        </p:nvPicPr>
        <p:blipFill rotWithShape="1">
          <a:blip r:embed="rId3"/>
          <a:srcRect l="0" t="11476" r="0" b="4224"/>
          <a:stretch/>
        </p:blipFill>
        <p:spPr bwMode="auto">
          <a:xfrm>
            <a:off x="4565160" y="3678840"/>
            <a:ext cx="6963120" cy="2447280"/>
          </a:xfrm>
          <a:prstGeom prst="rect">
            <a:avLst/>
          </a:prstGeom>
          <a:ln w="0">
            <a:noFill/>
          </a:ln>
        </p:spPr>
      </p:pic>
      <p:sp>
        <p:nvSpPr>
          <p:cNvPr id="561270501" name="PlaceHolder 6"/>
          <p:cNvSpPr>
            <a:spLocks noGrp="1"/>
          </p:cNvSpPr>
          <p:nvPr>
            <p:ph type="ftr" idx="38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3205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8613205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79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" dur="500"/>
                                        <p:tgtEl>
                                          <p:spTgt spid="1903794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572506" name="Google Shape;131;p4" descr="ESTAMOS EN OBRAS – Colegio de Bioquímicos de la Provincia de Salta"/>
          <p:cNvPicPr/>
          <p:nvPr/>
        </p:nvPicPr>
        <p:blipFill rotWithShape="1">
          <a:blip r:embed="rId3"/>
          <a:srcRect l="18403" t="0" r="23567" b="0"/>
          <a:stretch/>
        </p:blipFill>
        <p:spPr bwMode="auto">
          <a:xfrm>
            <a:off x="8981640" y="3701880"/>
            <a:ext cx="2903400" cy="2509920"/>
          </a:xfrm>
          <a:prstGeom prst="rect">
            <a:avLst/>
          </a:prstGeom>
          <a:ln w="0">
            <a:noFill/>
          </a:ln>
        </p:spPr>
      </p:pic>
      <p:sp>
        <p:nvSpPr>
          <p:cNvPr id="2096026076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Gestión de Riesgos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92848181" name="PlaceHolder 2"/>
          <p:cNvSpPr>
            <a:spLocks noGrp="1"/>
          </p:cNvSpPr>
          <p:nvPr>
            <p:ph type="dt" idx="54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4285939" name="PlaceHolder 3"/>
          <p:cNvSpPr>
            <a:spLocks noGrp="1"/>
          </p:cNvSpPr>
          <p:nvPr>
            <p:ph type="sldNum" idx="55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C7F9DCD6-29E7-4742-8D23-BEDE83C883F0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9892556" name="Google Shape;170;p5"/>
          <p:cNvSpPr/>
          <p:nvPr/>
        </p:nvSpPr>
        <p:spPr bwMode="auto">
          <a:xfrm>
            <a:off x="1023840" y="1926720"/>
            <a:ext cx="10277280" cy="2268720"/>
          </a:xfrm>
          <a:custGeom>
            <a:avLst/>
            <a:gdLst>
              <a:gd name="textAreaLeft" fmla="*/ 0 w 10277280"/>
              <a:gd name="textAreaRight" fmla="*/ 10277640 w 10277280"/>
              <a:gd name="textAreaTop" fmla="*/ 0 h 2268720"/>
              <a:gd name="textAreaBottom" fmla="*/ 2269080 h 226872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8080" tIns="59040" rIns="118080" bIns="59040" anchor="t">
            <a:noAutofit/>
          </a:bodyPr>
          <a:p>
            <a:pPr marL="620640" indent="-620640" algn="just" defTabSz="457200">
              <a:lnSpc>
                <a:spcPct val="85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AR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Los gerentes </a:t>
            </a:r>
            <a:r>
              <a:rPr lang="es-E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deben determinar si pueden presentarse eventos no deseados durante el desarrollo o el mantenimiento.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marL="620640" indent="-620640" algn="just" defTabSz="457200">
              <a:lnSpc>
                <a:spcPct val="85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Deben hacer planes para evitar estos eventos, o, si son inevitables, minimizar sus consecuencias negativas.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85000"/>
              </a:lnSpc>
              <a:defRPr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85000"/>
              </a:lnSpc>
              <a:defRPr/>
            </a:pPr>
            <a:r>
              <a:rPr lang="es-ES" sz="3200" b="1" strike="noStrike" spc="-1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r>
              <a:rPr lang="es-ES" sz="3200" b="1" strike="noStrike" spc="-1">
                <a:solidFill>
                  <a:srgbClr val="000000"/>
                </a:solidFill>
                <a:latin typeface="Calibri"/>
                <a:ea typeface="Calibri"/>
              </a:rPr>
              <a:t>ANTICIPAR / EVITAR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1147597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1" dur="indefinite" restart="never" nodeType="tmRoot">
          <p:childTnLst>
            <p:seq>
              <p:cTn id="1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92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500"/>
                                        <p:tgtEl>
                                          <p:spTgt spid="1689892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92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" dur="500"/>
                                        <p:tgtEl>
                                          <p:spTgt spid="1689892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703939" name="Google Shape;143;p5"/>
          <p:cNvSpPr/>
          <p:nvPr/>
        </p:nvSpPr>
        <p:spPr bwMode="auto">
          <a:xfrm>
            <a:off x="399960" y="1562040"/>
            <a:ext cx="4008240" cy="46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457200"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  <a:defRPr/>
            </a:pPr>
            <a:r>
              <a:rPr lang="es-ES" sz="4000" b="0" strike="noStrike" spc="-1">
                <a:solidFill>
                  <a:schemeClr val="dk1"/>
                </a:solidFill>
                <a:latin typeface="Calibri"/>
                <a:ea typeface="Calibri"/>
              </a:rPr>
              <a:t>“</a:t>
            </a:r>
            <a:r>
              <a:rPr lang="es-ES" sz="4000" b="0" strike="noStrike" spc="-1">
                <a:solidFill>
                  <a:schemeClr val="dk1"/>
                </a:solidFill>
                <a:latin typeface="Calibri"/>
                <a:ea typeface="Calibri"/>
              </a:rPr>
              <a:t>El riesgo concierne…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55420976" name="Google Shape;144;p5"/>
          <p:cNvGrpSpPr/>
          <p:nvPr/>
        </p:nvGrpSpPr>
        <p:grpSpPr bwMode="auto">
          <a:xfrm>
            <a:off x="3288960" y="1953360"/>
            <a:ext cx="8562960" cy="4072320"/>
            <a:chOff x="3288960" y="1953360"/>
            <a:chExt cx="8562960" cy="4072320"/>
          </a:xfrm>
        </p:grpSpPr>
        <p:sp>
          <p:nvSpPr>
            <p:cNvPr id="179" name="Google Shape;145;p5"/>
            <p:cNvSpPr/>
            <p:nvPr/>
          </p:nvSpPr>
          <p:spPr bwMode="auto">
            <a:xfrm>
              <a:off x="3288960" y="2190600"/>
              <a:ext cx="8562960" cy="910440"/>
            </a:xfrm>
            <a:prstGeom prst="rect">
              <a:avLst/>
            </a:prstGeom>
            <a:solidFill>
              <a:schemeClr val="lt1">
                <a:alpha val="89000"/>
              </a:schemeClr>
            </a:solidFill>
            <a:ln w="25400">
              <a:solidFill>
                <a:srgbClr val="D3481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20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0" name="Google Shape;146;p5"/>
            <p:cNvSpPr/>
            <p:nvPr/>
          </p:nvSpPr>
          <p:spPr bwMode="auto">
            <a:xfrm>
              <a:off x="3288960" y="2190600"/>
              <a:ext cx="8562960" cy="91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73040" tIns="333360" rIns="473040" bIns="113760" anchor="t">
              <a:noAutofit/>
            </a:bodyPr>
            <a:p>
              <a:pPr marL="138960" lvl="1" indent="-138960" defTabSz="457200">
                <a:lnSpc>
                  <a:spcPct val="90000"/>
                </a:lnSpc>
                <a:spcAft>
                  <a:spcPts val="601"/>
                </a:spcAft>
                <a:buClr>
                  <a:srgbClr val="262626"/>
                </a:buClr>
                <a:buFont typeface="Calibri"/>
                <a:buChar char="•"/>
                <a:defRPr/>
              </a:pPr>
              <a:r>
                <a:rPr lang="es-ES" sz="2000" b="0" strike="noStrike" spc="-1">
                  <a:solidFill>
                    <a:srgbClr val="262626"/>
                  </a:solidFill>
                  <a:latin typeface="Calibri"/>
                  <a:ea typeface="Calibri"/>
                </a:rPr>
                <a:t>¿Cuáles son los riesgos que pueden hacer que fracase el proyecto?.</a:t>
              </a:r>
              <a:endParaRPr lang="es-E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" name="Google Shape;147;p5"/>
            <p:cNvSpPr/>
            <p:nvPr/>
          </p:nvSpPr>
          <p:spPr bwMode="auto">
            <a:xfrm>
              <a:off x="3717000" y="1953360"/>
              <a:ext cx="5994000" cy="47376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D34817"/>
                </a:gs>
                <a:gs pos="41000">
                  <a:srgbClr val="F0B8B8"/>
                </a:gs>
                <a:gs pos="100000">
                  <a:srgbClr val="F6DDDD"/>
                </a:gs>
              </a:gsLst>
              <a:lin ang="5400000" scaled="1"/>
            </a:gradFill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20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2" name="Google Shape;148;p5"/>
            <p:cNvSpPr/>
            <p:nvPr/>
          </p:nvSpPr>
          <p:spPr bwMode="auto">
            <a:xfrm>
              <a:off x="3749400" y="1976759"/>
              <a:ext cx="5929200" cy="42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1280" tIns="0" rIns="161280" bIns="0" anchor="ctr">
              <a:noAutofit/>
            </a:bodyPr>
            <a:p>
              <a:pPr defTabSz="457200">
                <a:lnSpc>
                  <a:spcPct val="90000"/>
                </a:lnSpc>
                <a:spcAft>
                  <a:spcPts val="601"/>
                </a:spcAft>
                <a:tabLst>
                  <a:tab pos="0" algn="l"/>
                </a:tabLst>
                <a:defRPr/>
              </a:pPr>
              <a:r>
                <a:rPr lang="es-ES" sz="2000" b="0" strike="noStrike" spc="-1">
                  <a:solidFill>
                    <a:srgbClr val="262626"/>
                  </a:solidFill>
                  <a:latin typeface="Calibri"/>
                  <a:ea typeface="Calibri"/>
                </a:rPr>
                <a:t>“…</a:t>
              </a:r>
              <a:r>
                <a:rPr lang="es-ES" sz="2000" b="0" strike="noStrike" spc="-1">
                  <a:solidFill>
                    <a:srgbClr val="262626"/>
                  </a:solidFill>
                  <a:latin typeface="Calibri"/>
                  <a:ea typeface="Calibri"/>
                </a:rPr>
                <a:t>a lo que ocurrirá en el futuro”.</a:t>
              </a:r>
              <a:endParaRPr lang="es-E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3" name="Google Shape;149;p5"/>
            <p:cNvSpPr/>
            <p:nvPr/>
          </p:nvSpPr>
          <p:spPr bwMode="auto">
            <a:xfrm>
              <a:off x="3288960" y="3425040"/>
              <a:ext cx="8562960" cy="1137960"/>
            </a:xfrm>
            <a:prstGeom prst="rect">
              <a:avLst/>
            </a:prstGeom>
            <a:solidFill>
              <a:schemeClr val="lt1">
                <a:alpha val="89000"/>
              </a:schemeClr>
            </a:solidFill>
            <a:ln w="25400">
              <a:solidFill>
                <a:srgbClr val="D3481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20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4" name="Google Shape;150;p5"/>
            <p:cNvSpPr/>
            <p:nvPr/>
          </p:nvSpPr>
          <p:spPr bwMode="auto">
            <a:xfrm>
              <a:off x="3288960" y="3425040"/>
              <a:ext cx="8562960" cy="1137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73040" tIns="333360" rIns="473040" bIns="113760" anchor="t">
              <a:noAutofit/>
            </a:bodyPr>
            <a:p>
              <a:pPr marL="138960" lvl="1" indent="-138960" defTabSz="457200">
                <a:lnSpc>
                  <a:spcPct val="90000"/>
                </a:lnSpc>
                <a:spcAft>
                  <a:spcPts val="601"/>
                </a:spcAft>
                <a:buClr>
                  <a:srgbClr val="262626"/>
                </a:buClr>
                <a:buFont typeface="Calibri"/>
                <a:buChar char="•"/>
                <a:defRPr/>
              </a:pPr>
              <a:r>
                <a:rPr lang="es-ES" sz="2000" b="0" strike="noStrike" spc="-1">
                  <a:solidFill>
                    <a:srgbClr val="262626"/>
                  </a:solidFill>
                  <a:latin typeface="Calibri"/>
                  <a:ea typeface="Calibri"/>
                </a:rPr>
                <a:t>¿Cómo afectarán al éxito global y a los plazos los cambios en los requisitos del cliente, en las tecnologías de desarrollo, etc.?</a:t>
              </a:r>
              <a:endParaRPr lang="es-E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5" name="Google Shape;151;p5"/>
            <p:cNvSpPr/>
            <p:nvPr/>
          </p:nvSpPr>
          <p:spPr bwMode="auto">
            <a:xfrm>
              <a:off x="3717000" y="3188160"/>
              <a:ext cx="5994000" cy="47376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696464"/>
                </a:gs>
                <a:gs pos="38000">
                  <a:srgbClr val="F0B8B8"/>
                </a:gs>
                <a:gs pos="100000">
                  <a:srgbClr val="F6DDDD"/>
                </a:gs>
              </a:gsLst>
              <a:lin ang="5400000" scaled="1"/>
            </a:gradFill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20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6" name="Google Shape;152;p5"/>
            <p:cNvSpPr/>
            <p:nvPr/>
          </p:nvSpPr>
          <p:spPr bwMode="auto">
            <a:xfrm>
              <a:off x="3749400" y="3211200"/>
              <a:ext cx="5929200" cy="42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1280" tIns="0" rIns="161280" bIns="0" anchor="ctr">
              <a:noAutofit/>
            </a:bodyPr>
            <a:p>
              <a:pPr defTabSz="457200">
                <a:lnSpc>
                  <a:spcPct val="90000"/>
                </a:lnSpc>
                <a:spcAft>
                  <a:spcPts val="601"/>
                </a:spcAft>
                <a:tabLst>
                  <a:tab pos="0" algn="l"/>
                </a:tabLst>
                <a:defRPr/>
              </a:pPr>
              <a:r>
                <a:rPr lang="es-ES" sz="2000" b="0" strike="noStrike" spc="-1">
                  <a:solidFill>
                    <a:srgbClr val="262626"/>
                  </a:solidFill>
                  <a:latin typeface="Calibri"/>
                  <a:ea typeface="Calibri"/>
                </a:rPr>
                <a:t>“…</a:t>
              </a:r>
              <a:r>
                <a:rPr lang="es-ES" sz="2000" b="0" strike="noStrike" spc="-1">
                  <a:solidFill>
                    <a:srgbClr val="262626"/>
                  </a:solidFill>
                  <a:latin typeface="Calibri"/>
                  <a:ea typeface="Calibri"/>
                </a:rPr>
                <a:t>a como afectarán los cambios al desarrollo”</a:t>
              </a:r>
              <a:endParaRPr lang="es-E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7" name="Google Shape;153;p5"/>
            <p:cNvSpPr/>
            <p:nvPr/>
          </p:nvSpPr>
          <p:spPr bwMode="auto">
            <a:xfrm>
              <a:off x="3288960" y="4887720"/>
              <a:ext cx="8562960" cy="1137960"/>
            </a:xfrm>
            <a:prstGeom prst="rect">
              <a:avLst/>
            </a:prstGeom>
            <a:solidFill>
              <a:schemeClr val="lt1">
                <a:alpha val="89000"/>
              </a:schemeClr>
            </a:solidFill>
            <a:ln w="25400">
              <a:solidFill>
                <a:srgbClr val="D3481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20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8" name="Google Shape;154;p5"/>
            <p:cNvSpPr/>
            <p:nvPr/>
          </p:nvSpPr>
          <p:spPr bwMode="auto">
            <a:xfrm>
              <a:off x="3288960" y="4887720"/>
              <a:ext cx="8562960" cy="1137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73040" tIns="333360" rIns="473040" bIns="113760" anchor="t">
              <a:noAutofit/>
            </a:bodyPr>
            <a:p>
              <a:pPr marL="138960" lvl="1" indent="-138960" defTabSz="457200">
                <a:lnSpc>
                  <a:spcPct val="90000"/>
                </a:lnSpc>
                <a:spcAft>
                  <a:spcPts val="601"/>
                </a:spcAft>
                <a:buClr>
                  <a:srgbClr val="262626"/>
                </a:buClr>
                <a:buFont typeface="Calibri"/>
                <a:buChar char="•"/>
                <a:defRPr/>
              </a:pPr>
              <a:r>
                <a:rPr lang="es-ES" sz="2000" b="0" strike="noStrike" spc="-1">
                  <a:solidFill>
                    <a:srgbClr val="262626"/>
                  </a:solidFill>
                  <a:latin typeface="Calibri"/>
                  <a:ea typeface="Calibri"/>
                </a:rPr>
                <a:t>¿Qué métodos y herramientas debemos usar, cuánta gente debe estar involucrada, cuánta importancia hay que darle a la calidad?</a:t>
              </a:r>
              <a:endParaRPr lang="es-E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" name="Google Shape;155;p5"/>
            <p:cNvSpPr/>
            <p:nvPr/>
          </p:nvSpPr>
          <p:spPr bwMode="auto">
            <a:xfrm>
              <a:off x="3717000" y="4650480"/>
              <a:ext cx="5994000" cy="47376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696464"/>
                </a:gs>
                <a:gs pos="38000">
                  <a:srgbClr val="F0B8B8"/>
                </a:gs>
                <a:gs pos="100000">
                  <a:srgbClr val="F6DDDD"/>
                </a:gs>
              </a:gsLst>
              <a:lin ang="5400000" scaled="1"/>
            </a:gradFill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20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90" name="Google Shape;156;p5"/>
            <p:cNvSpPr/>
            <p:nvPr/>
          </p:nvSpPr>
          <p:spPr bwMode="auto">
            <a:xfrm>
              <a:off x="3749400" y="4673520"/>
              <a:ext cx="5929200" cy="42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1280" tIns="0" rIns="161280" bIns="0" anchor="ctr">
              <a:noAutofit/>
            </a:bodyPr>
            <a:p>
              <a:pPr defTabSz="457200">
                <a:lnSpc>
                  <a:spcPct val="90000"/>
                </a:lnSpc>
                <a:spcAft>
                  <a:spcPts val="601"/>
                </a:spcAft>
                <a:tabLst>
                  <a:tab pos="0" algn="l"/>
                </a:tabLst>
                <a:defRPr/>
              </a:pPr>
              <a:r>
                <a:rPr lang="es-ES" sz="2000" b="0" strike="noStrike" spc="-1">
                  <a:solidFill>
                    <a:srgbClr val="262626"/>
                  </a:solidFill>
                  <a:latin typeface="Calibri"/>
                  <a:ea typeface="Calibri"/>
                </a:rPr>
                <a:t>“…</a:t>
              </a:r>
              <a:r>
                <a:rPr lang="es-ES" sz="2000" b="0" strike="noStrike" spc="-1">
                  <a:solidFill>
                    <a:srgbClr val="262626"/>
                  </a:solidFill>
                  <a:latin typeface="Calibri"/>
                  <a:ea typeface="Calibri"/>
                </a:rPr>
                <a:t>.a las elecciones”</a:t>
              </a:r>
              <a:endParaRPr lang="es-E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63792212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100" b="0" strike="noStrike" spc="-52">
                <a:solidFill>
                  <a:schemeClr val="dk1"/>
                </a:solidFill>
                <a:latin typeface="Calibri"/>
              </a:rPr>
              <a:t>Gestión de Riesgos en el Desarrollo de Software</a:t>
            </a:r>
            <a:endParaRPr lang="en-US" sz="41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08677216" name="PlaceHolder 2"/>
          <p:cNvSpPr>
            <a:spLocks noGrp="1"/>
          </p:cNvSpPr>
          <p:nvPr>
            <p:ph type="dt" idx="56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7467523" name="PlaceHolder 3"/>
          <p:cNvSpPr>
            <a:spLocks noGrp="1"/>
          </p:cNvSpPr>
          <p:nvPr>
            <p:ph type="sldNum" idx="57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967E0827-01A9-4E1B-9087-87CD587F4A15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9563219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35764910" name="Google Shape;163;p6"/>
          <p:cNvGrpSpPr/>
          <p:nvPr/>
        </p:nvGrpSpPr>
        <p:grpSpPr bwMode="auto">
          <a:xfrm>
            <a:off x="856440" y="1806840"/>
            <a:ext cx="10539000" cy="4452840"/>
            <a:chOff x="856440" y="1806840"/>
            <a:chExt cx="10539000" cy="4452840"/>
          </a:xfrm>
        </p:grpSpPr>
        <p:sp>
          <p:nvSpPr>
            <p:cNvPr id="195" name="Google Shape;164;p6"/>
            <p:cNvSpPr/>
            <p:nvPr/>
          </p:nvSpPr>
          <p:spPr bwMode="auto">
            <a:xfrm>
              <a:off x="856440" y="1806840"/>
              <a:ext cx="10539000" cy="908640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96" name="Google Shape;165;p6"/>
            <p:cNvSpPr/>
            <p:nvPr/>
          </p:nvSpPr>
          <p:spPr bwMode="auto">
            <a:xfrm>
              <a:off x="1238759" y="2025720"/>
              <a:ext cx="493920" cy="499680"/>
            </a:xfrm>
            <a:prstGeom prst="rect">
              <a:avLst/>
            </a:prstGeom>
            <a:blipFill rotWithShape="0">
              <a:blip r:embed="rId3"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97" name="Google Shape;166;p6"/>
            <p:cNvSpPr/>
            <p:nvPr/>
          </p:nvSpPr>
          <p:spPr bwMode="auto">
            <a:xfrm>
              <a:off x="2044080" y="1806840"/>
              <a:ext cx="9333000" cy="93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98" name="Google Shape;167;p6"/>
            <p:cNvSpPr/>
            <p:nvPr/>
          </p:nvSpPr>
          <p:spPr bwMode="auto">
            <a:xfrm>
              <a:off x="2044080" y="1806840"/>
              <a:ext cx="9333000" cy="93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11960" tIns="111960" rIns="111960" bIns="111960" anchor="ctr">
              <a:noAutofit/>
            </a:bodyPr>
            <a:p>
              <a:pPr defTabSz="457200">
                <a:lnSpc>
                  <a:spcPct val="90000"/>
                </a:lnSpc>
                <a:tabLst>
                  <a:tab pos="0" algn="l"/>
                </a:tabLst>
                <a:defRPr/>
              </a:pPr>
              <a:r>
                <a:rPr lang="es-ES" sz="2000" b="0" strike="noStrike" spc="-1">
                  <a:solidFill>
                    <a:schemeClr val="dk1"/>
                  </a:solidFill>
                  <a:latin typeface="Calibri"/>
                  <a:ea typeface="Calibri"/>
                </a:rPr>
                <a:t>La “</a:t>
              </a:r>
              <a:r>
                <a:rPr lang="es-ES" sz="2000" b="0" i="1" strike="noStrike" spc="-1">
                  <a:solidFill>
                    <a:schemeClr val="dk1"/>
                  </a:solidFill>
                  <a:latin typeface="Calibri"/>
                  <a:ea typeface="Calibri"/>
                </a:rPr>
                <a:t>deuda técnica</a:t>
              </a:r>
              <a:r>
                <a:rPr lang="es-ES" sz="2000" b="0" strike="noStrike" spc="-1">
                  <a:solidFill>
                    <a:schemeClr val="dk1"/>
                  </a:solidFill>
                  <a:latin typeface="Calibri"/>
                  <a:ea typeface="Calibri"/>
                </a:rPr>
                <a:t>” es el término que se utiliza para describir los costos asociados al aplazamiento de actividades, tales como documentación y refactorización del software. </a:t>
              </a:r>
              <a:endParaRPr lang="es-E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" name="Google Shape;168;p6"/>
            <p:cNvSpPr/>
            <p:nvPr/>
          </p:nvSpPr>
          <p:spPr bwMode="auto">
            <a:xfrm>
              <a:off x="856440" y="2978640"/>
              <a:ext cx="10539000" cy="908640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00" name="Google Shape;169;p6"/>
            <p:cNvSpPr/>
            <p:nvPr/>
          </p:nvSpPr>
          <p:spPr bwMode="auto">
            <a:xfrm>
              <a:off x="1238759" y="3183120"/>
              <a:ext cx="493920" cy="499680"/>
            </a:xfrm>
            <a:prstGeom prst="rect">
              <a:avLst/>
            </a:prstGeom>
            <a:blipFill rotWithShape="0">
              <a:blip r:embed="rId4"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01" name="Google Shape;170;p6"/>
            <p:cNvSpPr/>
            <p:nvPr/>
          </p:nvSpPr>
          <p:spPr bwMode="auto">
            <a:xfrm>
              <a:off x="2044080" y="2978640"/>
              <a:ext cx="9333000" cy="93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02" name="Google Shape;171;p6"/>
            <p:cNvSpPr/>
            <p:nvPr/>
          </p:nvSpPr>
          <p:spPr bwMode="auto">
            <a:xfrm>
              <a:off x="2044080" y="2978640"/>
              <a:ext cx="9333000" cy="93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11960" tIns="111960" rIns="111960" bIns="111960" anchor="ctr">
              <a:noAutofit/>
            </a:bodyPr>
            <a:p>
              <a:pPr defTabSz="457200">
                <a:lnSpc>
                  <a:spcPct val="90000"/>
                </a:lnSpc>
                <a:tabLst>
                  <a:tab pos="0" algn="l"/>
                </a:tabLst>
                <a:defRPr/>
              </a:pPr>
              <a:r>
                <a:rPr lang="es-ES" sz="2000" b="0" strike="noStrike" spc="-1">
                  <a:solidFill>
                    <a:schemeClr val="dk1"/>
                  </a:solidFill>
                  <a:latin typeface="Calibri"/>
                  <a:ea typeface="Calibri"/>
                </a:rPr>
                <a:t>La </a:t>
              </a:r>
              <a:r>
                <a:rPr lang="es-ES" sz="2000" b="0" i="1" strike="noStrike" spc="-1">
                  <a:solidFill>
                    <a:schemeClr val="dk1"/>
                  </a:solidFill>
                  <a:latin typeface="Calibri"/>
                  <a:ea typeface="Calibri"/>
                </a:rPr>
                <a:t>deuda técnica </a:t>
              </a:r>
              <a:r>
                <a:rPr lang="es-ES" sz="2000" b="0" strike="noStrike" spc="-1">
                  <a:solidFill>
                    <a:schemeClr val="dk1"/>
                  </a:solidFill>
                  <a:latin typeface="Calibri"/>
                  <a:ea typeface="Calibri"/>
                </a:rPr>
                <a:t>que no se paga, resulta en un producto de mala calidad, documentación insuficiente, complejidad innecesaria.</a:t>
              </a:r>
              <a:endParaRPr lang="es-E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" name="Google Shape;172;p6"/>
            <p:cNvSpPr/>
            <p:nvPr/>
          </p:nvSpPr>
          <p:spPr bwMode="auto">
            <a:xfrm>
              <a:off x="856440" y="4150440"/>
              <a:ext cx="10539000" cy="908640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04" name="Google Shape;173;p6"/>
            <p:cNvSpPr/>
            <p:nvPr/>
          </p:nvSpPr>
          <p:spPr bwMode="auto">
            <a:xfrm>
              <a:off x="1238759" y="4355280"/>
              <a:ext cx="493920" cy="499680"/>
            </a:xfrm>
            <a:prstGeom prst="rect">
              <a:avLst/>
            </a:prstGeom>
            <a:blipFill rotWithShape="0">
              <a:blip r:embed="rId5"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05" name="Google Shape;174;p6"/>
            <p:cNvSpPr/>
            <p:nvPr/>
          </p:nvSpPr>
          <p:spPr bwMode="auto">
            <a:xfrm>
              <a:off x="2044080" y="4150440"/>
              <a:ext cx="9333000" cy="93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06" name="Google Shape;175;p6"/>
            <p:cNvSpPr/>
            <p:nvPr/>
          </p:nvSpPr>
          <p:spPr bwMode="auto">
            <a:xfrm>
              <a:off x="2044080" y="4150440"/>
              <a:ext cx="9333000" cy="93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11960" tIns="111960" rIns="111960" bIns="111960" anchor="ctr">
              <a:noAutofit/>
            </a:bodyPr>
            <a:p>
              <a:pPr defTabSz="457200">
                <a:lnSpc>
                  <a:spcPct val="90000"/>
                </a:lnSpc>
                <a:tabLst>
                  <a:tab pos="0" algn="l"/>
                </a:tabLst>
                <a:defRPr/>
              </a:pPr>
              <a:r>
                <a:rPr lang="es-ES" sz="2000" b="0" strike="noStrike" spc="-1">
                  <a:solidFill>
                    <a:schemeClr val="dk1"/>
                  </a:solidFill>
                  <a:latin typeface="Calibri"/>
                  <a:ea typeface="Calibri"/>
                </a:rPr>
                <a:t>La </a:t>
              </a:r>
              <a:r>
                <a:rPr lang="es-ES" sz="2000" b="0" i="1" strike="noStrike" spc="-1">
                  <a:solidFill>
                    <a:schemeClr val="dk1"/>
                  </a:solidFill>
                  <a:latin typeface="Calibri"/>
                  <a:ea typeface="Calibri"/>
                </a:rPr>
                <a:t>deuda técnica </a:t>
              </a:r>
              <a:r>
                <a:rPr lang="es-ES" sz="2000" b="0" strike="noStrike" spc="-1">
                  <a:solidFill>
                    <a:schemeClr val="dk1"/>
                  </a:solidFill>
                  <a:latin typeface="Calibri"/>
                  <a:ea typeface="Calibri"/>
                </a:rPr>
                <a:t>implica que los costos (esfuerzo, tiempo, recursos) de luchar con temas técnicos se puede reducir si se afrontan los problemas al principio, en vez de dejarlos para el final.</a:t>
              </a:r>
              <a:endParaRPr lang="es-E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" name="Google Shape;176;p6"/>
            <p:cNvSpPr/>
            <p:nvPr/>
          </p:nvSpPr>
          <p:spPr bwMode="auto">
            <a:xfrm>
              <a:off x="856440" y="5322600"/>
              <a:ext cx="10539000" cy="908640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08" name="Google Shape;177;p6"/>
            <p:cNvSpPr/>
            <p:nvPr/>
          </p:nvSpPr>
          <p:spPr bwMode="auto">
            <a:xfrm>
              <a:off x="1238759" y="5527080"/>
              <a:ext cx="493920" cy="499680"/>
            </a:xfrm>
            <a:prstGeom prst="rect">
              <a:avLst/>
            </a:prstGeom>
            <a:blipFill rotWithShape="0">
              <a:blip r:embed="rId6"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09" name="Google Shape;178;p6"/>
            <p:cNvSpPr/>
            <p:nvPr/>
          </p:nvSpPr>
          <p:spPr bwMode="auto">
            <a:xfrm>
              <a:off x="2044080" y="5322600"/>
              <a:ext cx="9333000" cy="93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10" name="Google Shape;179;p6"/>
            <p:cNvSpPr/>
            <p:nvPr/>
          </p:nvSpPr>
          <p:spPr bwMode="auto">
            <a:xfrm>
              <a:off x="2044080" y="5322600"/>
              <a:ext cx="9333000" cy="93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11960" tIns="111960" rIns="111960" bIns="111960" anchor="ctr">
              <a:noAutofit/>
            </a:bodyPr>
            <a:p>
              <a:pPr defTabSz="457200">
                <a:lnSpc>
                  <a:spcPct val="90000"/>
                </a:lnSpc>
                <a:tabLst>
                  <a:tab pos="0" algn="l"/>
                </a:tabLst>
                <a:defRPr/>
              </a:pPr>
              <a:r>
                <a:rPr lang="es-ES" sz="2000" b="0" strike="noStrike" spc="-1">
                  <a:solidFill>
                    <a:schemeClr val="dk1"/>
                  </a:solidFill>
                  <a:latin typeface="Calibri"/>
                  <a:ea typeface="Calibri"/>
                </a:rPr>
                <a:t>El desarrollo ágil no implica dejar de lado la gestión de riesgos, ya que podría llevar a obtener una </a:t>
              </a:r>
              <a:r>
                <a:rPr lang="es-ES" sz="2000" b="0" i="1" strike="noStrike" spc="-1">
                  <a:solidFill>
                    <a:schemeClr val="dk1"/>
                  </a:solidFill>
                  <a:latin typeface="Calibri"/>
                  <a:ea typeface="Calibri"/>
                </a:rPr>
                <a:t>deuda técnica.</a:t>
              </a:r>
              <a:endParaRPr lang="es-E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08547258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100" b="0" strike="noStrike" spc="-52">
                <a:solidFill>
                  <a:schemeClr val="dk1"/>
                </a:solidFill>
                <a:latin typeface="Calibri"/>
              </a:rPr>
              <a:t>Gestión de Riesgos en el Desarrollo de Software</a:t>
            </a:r>
            <a:endParaRPr lang="en-US" sz="41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44330194" name="PlaceHolder 2"/>
          <p:cNvSpPr>
            <a:spLocks noGrp="1"/>
          </p:cNvSpPr>
          <p:nvPr>
            <p:ph type="dt" idx="58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506645" name="PlaceHolder 3"/>
          <p:cNvSpPr>
            <a:spLocks noGrp="1"/>
          </p:cNvSpPr>
          <p:nvPr>
            <p:ph type="sldNum" idx="59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770986A0-A277-4C7A-B64F-4245201DCC96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8084092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83330880" name="Google Shape;186;p7"/>
          <p:cNvGrpSpPr/>
          <p:nvPr/>
        </p:nvGrpSpPr>
        <p:grpSpPr bwMode="auto">
          <a:xfrm>
            <a:off x="792360" y="2072520"/>
            <a:ext cx="6574680" cy="3440880"/>
            <a:chOff x="792360" y="2072520"/>
            <a:chExt cx="6574680" cy="3440880"/>
          </a:xfrm>
        </p:grpSpPr>
        <p:sp>
          <p:nvSpPr>
            <p:cNvPr id="215" name="Google Shape;187;p7"/>
            <p:cNvSpPr/>
            <p:nvPr/>
          </p:nvSpPr>
          <p:spPr bwMode="auto">
            <a:xfrm>
              <a:off x="792360" y="2133720"/>
              <a:ext cx="1569240" cy="1302840"/>
            </a:xfrm>
            <a:prstGeom prst="chord">
              <a:avLst>
                <a:gd name="adj1" fmla="val 4800000"/>
                <a:gd name="adj2" fmla="val 16800000"/>
              </a:avLst>
            </a:prstGeom>
            <a:solidFill>
              <a:srgbClr val="E8CA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16" name="Google Shape;188;p7"/>
            <p:cNvSpPr/>
            <p:nvPr/>
          </p:nvSpPr>
          <p:spPr bwMode="auto">
            <a:xfrm>
              <a:off x="1171440" y="2457720"/>
              <a:ext cx="811800" cy="811800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AD0000"/>
            </a:solidFill>
            <a:ln w="25400">
              <a:solidFill>
                <a:srgbClr val="AD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17" name="Google Shape;189;p7"/>
            <p:cNvSpPr/>
            <p:nvPr/>
          </p:nvSpPr>
          <p:spPr bwMode="auto">
            <a:xfrm>
              <a:off x="1043280" y="4042080"/>
              <a:ext cx="2246760" cy="60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18" name="Google Shape;190;p7"/>
            <p:cNvSpPr/>
            <p:nvPr/>
          </p:nvSpPr>
          <p:spPr bwMode="auto">
            <a:xfrm>
              <a:off x="1043280" y="3793680"/>
              <a:ext cx="2526480" cy="60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b">
              <a:noAutofit/>
            </a:bodyPr>
            <a:p>
              <a:pPr defTabSz="457200">
                <a:lnSpc>
                  <a:spcPct val="90000"/>
                </a:lnSpc>
                <a:tabLst>
                  <a:tab pos="0" algn="l"/>
                </a:tabLst>
                <a:defRPr/>
              </a:pPr>
              <a:r>
                <a:rPr lang="es-ES" sz="2000" b="0" strike="noStrike" spc="-1">
                  <a:solidFill>
                    <a:schemeClr val="dk1"/>
                  </a:solidFill>
                  <a:latin typeface="Calibri"/>
                  <a:ea typeface="Calibri"/>
                </a:rPr>
                <a:t>reaccionar ante el problema y “gestionar la crisis” (Indiana Jones…).</a:t>
              </a:r>
              <a:endParaRPr lang="es-E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9" name="Google Shape;191;p7"/>
            <p:cNvSpPr/>
            <p:nvPr/>
          </p:nvSpPr>
          <p:spPr bwMode="auto">
            <a:xfrm>
              <a:off x="2018880" y="2385720"/>
              <a:ext cx="2029680" cy="291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20" name="Google Shape;192;p7"/>
            <p:cNvSpPr/>
            <p:nvPr/>
          </p:nvSpPr>
          <p:spPr bwMode="auto">
            <a:xfrm>
              <a:off x="2018880" y="2385720"/>
              <a:ext cx="2029680" cy="291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pPr defTabSz="457200">
                <a:lnSpc>
                  <a:spcPct val="90000"/>
                </a:lnSpc>
                <a:tabLst>
                  <a:tab pos="0" algn="l"/>
                </a:tabLst>
                <a:defRPr/>
              </a:pPr>
              <a:r>
                <a:rPr lang="es-ES" sz="3100" b="0" strike="noStrike" spc="-1">
                  <a:solidFill>
                    <a:schemeClr val="dk1"/>
                  </a:solidFill>
                  <a:latin typeface="Arial"/>
                  <a:ea typeface="Arial"/>
                </a:rPr>
                <a:t>Reactivas</a:t>
              </a:r>
              <a:endParaRPr lang="es-ES" sz="31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" name="Google Shape;193;p7"/>
            <p:cNvSpPr/>
            <p:nvPr/>
          </p:nvSpPr>
          <p:spPr bwMode="auto">
            <a:xfrm>
              <a:off x="4481280" y="2072520"/>
              <a:ext cx="1391040" cy="1432800"/>
            </a:xfrm>
            <a:prstGeom prst="chord">
              <a:avLst>
                <a:gd name="adj1" fmla="val 4800000"/>
                <a:gd name="adj2" fmla="val 16800000"/>
              </a:avLst>
            </a:prstGeom>
            <a:solidFill>
              <a:srgbClr val="E8CA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22" name="Google Shape;194;p7"/>
            <p:cNvSpPr/>
            <p:nvPr/>
          </p:nvSpPr>
          <p:spPr bwMode="auto">
            <a:xfrm>
              <a:off x="4735080" y="2210400"/>
              <a:ext cx="1112760" cy="1146240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rgbClr val="D59393"/>
            </a:solidFill>
            <a:ln w="25400">
              <a:solidFill>
                <a:srgbClr val="D5939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4040" bIns="140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23" name="Google Shape;195;p7"/>
            <p:cNvSpPr/>
            <p:nvPr/>
          </p:nvSpPr>
          <p:spPr bwMode="auto">
            <a:xfrm>
              <a:off x="4424040" y="3609720"/>
              <a:ext cx="2943000" cy="60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24" name="Google Shape;196;p7"/>
            <p:cNvSpPr/>
            <p:nvPr/>
          </p:nvSpPr>
          <p:spPr bwMode="auto">
            <a:xfrm>
              <a:off x="4424040" y="3609720"/>
              <a:ext cx="2943000" cy="60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b">
              <a:noAutofit/>
            </a:bodyPr>
            <a:p>
              <a:pPr algn="r" defTabSz="457200">
                <a:lnSpc>
                  <a:spcPct val="90000"/>
                </a:lnSpc>
                <a:tabLst>
                  <a:tab pos="0" algn="l"/>
                </a:tabLst>
                <a:defRPr/>
              </a:pPr>
              <a:r>
                <a:rPr lang="es-ES" sz="2000" b="0" strike="noStrike" spc="-1">
                  <a:solidFill>
                    <a:schemeClr val="dk1"/>
                  </a:solidFill>
                  <a:latin typeface="Calibri"/>
                  <a:ea typeface="Calibri"/>
                </a:rPr>
                <a:t>tener estrategias de tratamiento</a:t>
              </a:r>
              <a:r>
                <a:rPr lang="es-ES" sz="1600" b="0" strike="noStrike" spc="-1">
                  <a:solidFill>
                    <a:schemeClr val="dk1"/>
                  </a:solidFill>
                  <a:latin typeface="Calibri"/>
                  <a:ea typeface="Calibri"/>
                </a:rPr>
                <a:t>.</a:t>
              </a:r>
              <a:endParaRPr lang="es-ES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" name="Google Shape;197;p7"/>
            <p:cNvSpPr/>
            <p:nvPr/>
          </p:nvSpPr>
          <p:spPr bwMode="auto">
            <a:xfrm>
              <a:off x="5509080" y="2313720"/>
              <a:ext cx="1857960" cy="319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26" name="Google Shape;198;p7"/>
            <p:cNvSpPr/>
            <p:nvPr/>
          </p:nvSpPr>
          <p:spPr bwMode="auto">
            <a:xfrm>
              <a:off x="5509080" y="2313720"/>
              <a:ext cx="1857960" cy="319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pPr defTabSz="457200">
                <a:lnSpc>
                  <a:spcPct val="90000"/>
                </a:lnSpc>
                <a:tabLst>
                  <a:tab pos="0" algn="l"/>
                </a:tabLst>
                <a:defRPr/>
              </a:pPr>
              <a:r>
                <a:rPr lang="es-ES" sz="3100" b="0" strike="noStrike" spc="-1">
                  <a:solidFill>
                    <a:schemeClr val="dk1"/>
                  </a:solidFill>
                  <a:latin typeface="Arial"/>
                  <a:ea typeface="Arial"/>
                </a:rPr>
                <a:t>Proactivas</a:t>
              </a:r>
              <a:endParaRPr lang="es-ES" sz="31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972668429" name="Google Shape;199;p7" descr=""/>
          <p:cNvPicPr/>
          <p:nvPr/>
        </p:nvPicPr>
        <p:blipFill rotWithShape="1">
          <a:blip r:embed="rId3"/>
          <a:stretch/>
        </p:blipFill>
        <p:spPr bwMode="auto">
          <a:xfrm>
            <a:off x="7367400" y="3743280"/>
            <a:ext cx="4824000" cy="2379960"/>
          </a:xfrm>
          <a:prstGeom prst="rect">
            <a:avLst/>
          </a:prstGeom>
          <a:ln w="0">
            <a:noFill/>
          </a:ln>
        </p:spPr>
      </p:pic>
      <p:sp>
        <p:nvSpPr>
          <p:cNvPr id="1375416829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Gestión de Riesgos - Estrategias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6565290" name="PlaceHolder 2"/>
          <p:cNvSpPr>
            <a:spLocks noGrp="1"/>
          </p:cNvSpPr>
          <p:nvPr>
            <p:ph type="dt" idx="60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338297" name="PlaceHolder 3"/>
          <p:cNvSpPr>
            <a:spLocks noGrp="1"/>
          </p:cNvSpPr>
          <p:nvPr>
            <p:ph type="sldNum" idx="61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DDBB3343-224C-41C8-990C-493C7FF4B5AE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8031837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08016516" name="Google Shape;206;p8"/>
          <p:cNvGrpSpPr/>
          <p:nvPr/>
        </p:nvGrpSpPr>
        <p:grpSpPr bwMode="auto">
          <a:xfrm>
            <a:off x="3460680" y="1944000"/>
            <a:ext cx="5394600" cy="4307760"/>
            <a:chOff x="3460680" y="1944000"/>
            <a:chExt cx="5394600" cy="4307760"/>
          </a:xfrm>
        </p:grpSpPr>
        <p:sp>
          <p:nvSpPr>
            <p:cNvPr id="232" name="Google Shape;207;p8"/>
            <p:cNvSpPr/>
            <p:nvPr/>
          </p:nvSpPr>
          <p:spPr bwMode="auto">
            <a:xfrm>
              <a:off x="3460680" y="1944000"/>
              <a:ext cx="1727640" cy="1727640"/>
            </a:xfrm>
            <a:prstGeom prst="ellipse">
              <a:avLst/>
            </a:prstGeom>
            <a:solidFill>
              <a:srgbClr val="8C0000"/>
            </a:solidFill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33" name="Google Shape;208;p8"/>
            <p:cNvSpPr/>
            <p:nvPr/>
          </p:nvSpPr>
          <p:spPr bwMode="auto">
            <a:xfrm>
              <a:off x="3510360" y="2321280"/>
              <a:ext cx="1628280" cy="1046879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560" tIns="25560" rIns="25560" bIns="25560" anchor="ctr">
              <a:noAutofit/>
            </a:bodyPr>
            <a:p>
              <a:pPr algn="ctr" defTabSz="457200">
                <a:lnSpc>
                  <a:spcPct val="90000"/>
                </a:lnSpc>
                <a:tabLst>
                  <a:tab pos="0" algn="l"/>
                </a:tabLst>
                <a:defRPr/>
              </a:pPr>
              <a:r>
                <a:rPr lang="es-ES" sz="2000" b="0" strike="noStrike" spc="-1">
                  <a:solidFill>
                    <a:schemeClr val="lt1"/>
                  </a:solidFill>
                  <a:latin typeface="Arial"/>
                  <a:ea typeface="Arial"/>
                </a:rPr>
                <a:t>Incertidumbre</a:t>
              </a:r>
              <a:endParaRPr lang="es-E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4" name="Google Shape;209;p8"/>
            <p:cNvSpPr/>
            <p:nvPr/>
          </p:nvSpPr>
          <p:spPr bwMode="auto">
            <a:xfrm>
              <a:off x="3895200" y="3671280"/>
              <a:ext cx="858600" cy="858600"/>
            </a:xfrm>
            <a:prstGeom prst="mathPlus">
              <a:avLst>
                <a:gd name="adj1" fmla="val 23520"/>
              </a:avLst>
            </a:prstGeom>
            <a:solidFill>
              <a:srgbClr val="B7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35" name="Google Shape;211;p8"/>
            <p:cNvSpPr/>
            <p:nvPr/>
          </p:nvSpPr>
          <p:spPr bwMode="auto">
            <a:xfrm>
              <a:off x="3460680" y="4524120"/>
              <a:ext cx="1727640" cy="1727640"/>
            </a:xfrm>
            <a:prstGeom prst="ellipse">
              <a:avLst/>
            </a:prstGeom>
            <a:solidFill>
              <a:srgbClr val="D86060"/>
            </a:solidFill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36" name="Google Shape;212;p8"/>
            <p:cNvSpPr/>
            <p:nvPr/>
          </p:nvSpPr>
          <p:spPr bwMode="auto">
            <a:xfrm>
              <a:off x="3801240" y="4908600"/>
              <a:ext cx="1046879" cy="1046879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080" tIns="28080" rIns="28080" bIns="28080" anchor="ctr">
              <a:noAutofit/>
            </a:bodyPr>
            <a:p>
              <a:pPr algn="ctr" defTabSz="457200">
                <a:lnSpc>
                  <a:spcPct val="90000"/>
                </a:lnSpc>
                <a:tabLst>
                  <a:tab pos="0" algn="l"/>
                </a:tabLst>
                <a:defRPr/>
              </a:pPr>
              <a:r>
                <a:rPr lang="es-ES" sz="2000" b="0" strike="noStrike" spc="-1">
                  <a:solidFill>
                    <a:schemeClr val="lt1"/>
                  </a:solidFill>
                  <a:latin typeface="Arial"/>
                  <a:ea typeface="Arial"/>
                </a:rPr>
                <a:t>Pérdida</a:t>
              </a:r>
              <a:endParaRPr lang="es-E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7" name="Google Shape;213;p8"/>
            <p:cNvSpPr/>
            <p:nvPr/>
          </p:nvSpPr>
          <p:spPr bwMode="auto">
            <a:xfrm>
              <a:off x="5043240" y="3825000"/>
              <a:ext cx="932040" cy="55044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E2BAB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38" name="Google Shape;215;p8"/>
            <p:cNvSpPr/>
            <p:nvPr/>
          </p:nvSpPr>
          <p:spPr bwMode="auto">
            <a:xfrm>
              <a:off x="5975640" y="2664000"/>
              <a:ext cx="2879640" cy="2879640"/>
            </a:xfrm>
            <a:prstGeom prst="ellipse">
              <a:avLst/>
            </a:prstGeom>
            <a:solidFill>
              <a:srgbClr val="D86060"/>
            </a:solidFill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39" name="Google Shape;216;p8"/>
            <p:cNvSpPr/>
            <p:nvPr/>
          </p:nvSpPr>
          <p:spPr bwMode="auto">
            <a:xfrm>
              <a:off x="6368400" y="3053519"/>
              <a:ext cx="2093759" cy="2093759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2280" tIns="62280" rIns="62280" bIns="62280" anchor="ctr">
              <a:noAutofit/>
            </a:bodyPr>
            <a:p>
              <a:pPr algn="ctr" defTabSz="457200">
                <a:lnSpc>
                  <a:spcPct val="90000"/>
                </a:lnSpc>
                <a:tabLst>
                  <a:tab pos="0" algn="l"/>
                </a:tabLst>
                <a:defRPr/>
              </a:pPr>
              <a:r>
                <a:rPr lang="es-ES" sz="4900" b="0" strike="noStrike" spc="-1">
                  <a:solidFill>
                    <a:schemeClr val="lt1"/>
                  </a:solidFill>
                  <a:latin typeface="Arial"/>
                  <a:ea typeface="Arial"/>
                </a:rPr>
                <a:t>Riesgo</a:t>
              </a:r>
              <a:endParaRPr lang="es-ES" sz="49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89334581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Riesgos de Software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0485138" name="PlaceHolder 2"/>
          <p:cNvSpPr>
            <a:spLocks noGrp="1"/>
          </p:cNvSpPr>
          <p:nvPr>
            <p:ph type="dt" idx="62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4532728" name="PlaceHolder 3"/>
          <p:cNvSpPr>
            <a:spLocks noGrp="1"/>
          </p:cNvSpPr>
          <p:nvPr>
            <p:ph type="sldNum" idx="63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73804BD8-89AA-4ADC-96FA-610A4A285595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4987647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4658595" name="Google Shape;222;p9" descr="http://www.actuarios.org.co/Images/mundo.jpg"/>
          <p:cNvPicPr/>
          <p:nvPr/>
        </p:nvPicPr>
        <p:blipFill rotWithShape="1">
          <a:blip r:embed="rId3"/>
          <a:stretch/>
        </p:blipFill>
        <p:spPr bwMode="auto">
          <a:xfrm>
            <a:off x="10249920" y="4728960"/>
            <a:ext cx="1788480" cy="1349280"/>
          </a:xfrm>
          <a:prstGeom prst="rect">
            <a:avLst/>
          </a:prstGeom>
          <a:ln w="0">
            <a:noFill/>
          </a:ln>
        </p:spPr>
      </p:pic>
      <p:grpSp>
        <p:nvGrpSpPr>
          <p:cNvPr id="1406472203" name="Google Shape;223;p9"/>
          <p:cNvGrpSpPr/>
          <p:nvPr/>
        </p:nvGrpSpPr>
        <p:grpSpPr bwMode="auto">
          <a:xfrm>
            <a:off x="3060360" y="2396880"/>
            <a:ext cx="6070680" cy="3824640"/>
            <a:chOff x="3060360" y="2396880"/>
            <a:chExt cx="6070680" cy="3824640"/>
          </a:xfrm>
        </p:grpSpPr>
        <p:sp>
          <p:nvSpPr>
            <p:cNvPr id="245" name="Google Shape;224;p9"/>
            <p:cNvSpPr/>
            <p:nvPr/>
          </p:nvSpPr>
          <p:spPr bwMode="auto">
            <a:xfrm>
              <a:off x="3060360" y="2396880"/>
              <a:ext cx="1990800" cy="3824640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alpha val="89000"/>
              </a:schemeClr>
            </a:solidFill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46" name="Google Shape;225;p9"/>
            <p:cNvSpPr/>
            <p:nvPr/>
          </p:nvSpPr>
          <p:spPr bwMode="auto">
            <a:xfrm>
              <a:off x="3060360" y="4329000"/>
              <a:ext cx="1990800" cy="112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3480" tIns="213480" rIns="213480" bIns="213480" anchor="ctr">
              <a:noAutofit/>
            </a:bodyPr>
            <a:p>
              <a:pPr algn="ctr" defTabSz="457200">
                <a:lnSpc>
                  <a:spcPct val="90000"/>
                </a:lnSpc>
                <a:tabLst>
                  <a:tab pos="0" algn="l"/>
                </a:tabLst>
                <a:defRPr/>
              </a:pPr>
              <a:r>
                <a:rPr lang="es-ES" sz="3000" b="0" strike="noStrike" spc="-1">
                  <a:solidFill>
                    <a:schemeClr val="lt1"/>
                  </a:solidFill>
                  <a:latin typeface="Arial"/>
                  <a:ea typeface="Arial"/>
                </a:rPr>
                <a:t>Proyecto</a:t>
              </a:r>
              <a:endParaRPr lang="es-ES" sz="3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7" name="Google Shape;226;p9"/>
            <p:cNvSpPr/>
            <p:nvPr/>
          </p:nvSpPr>
          <p:spPr bwMode="auto">
            <a:xfrm>
              <a:off x="3379320" y="2701440"/>
              <a:ext cx="1367640" cy="1367640"/>
            </a:xfrm>
            <a:prstGeom prst="ellipse">
              <a:avLst/>
            </a:prstGeom>
            <a:solidFill>
              <a:srgbClr val="D5C1C1">
                <a:alpha val="89000"/>
              </a:srgbClr>
            </a:solidFill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48" name="Google Shape;227;p9"/>
            <p:cNvSpPr/>
            <p:nvPr/>
          </p:nvSpPr>
          <p:spPr bwMode="auto">
            <a:xfrm>
              <a:off x="5111640" y="2396880"/>
              <a:ext cx="1990800" cy="3824640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alpha val="69000"/>
              </a:schemeClr>
            </a:solidFill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49" name="Google Shape;228;p9"/>
            <p:cNvSpPr/>
            <p:nvPr/>
          </p:nvSpPr>
          <p:spPr bwMode="auto">
            <a:xfrm>
              <a:off x="5111640" y="4329000"/>
              <a:ext cx="1990800" cy="112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3480" tIns="213480" rIns="213480" bIns="213480" anchor="ctr">
              <a:noAutofit/>
            </a:bodyPr>
            <a:p>
              <a:pPr algn="ctr" defTabSz="457200">
                <a:lnSpc>
                  <a:spcPct val="90000"/>
                </a:lnSpc>
                <a:tabLst>
                  <a:tab pos="0" algn="l"/>
                </a:tabLst>
                <a:defRPr/>
              </a:pPr>
              <a:r>
                <a:rPr lang="es-ES" sz="3000" b="0" strike="noStrike" spc="-1">
                  <a:solidFill>
                    <a:schemeClr val="lt1"/>
                  </a:solidFill>
                  <a:latin typeface="Arial"/>
                  <a:ea typeface="Arial"/>
                </a:rPr>
                <a:t>Producto</a:t>
              </a:r>
              <a:endParaRPr lang="es-ES" sz="3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0" name="Google Shape;229;p9"/>
            <p:cNvSpPr/>
            <p:nvPr/>
          </p:nvSpPr>
          <p:spPr bwMode="auto">
            <a:xfrm>
              <a:off x="5430600" y="2701440"/>
              <a:ext cx="1367640" cy="1367640"/>
            </a:xfrm>
            <a:prstGeom prst="ellipse">
              <a:avLst/>
            </a:prstGeom>
            <a:solidFill>
              <a:srgbClr val="E1D4D4">
                <a:alpha val="69000"/>
              </a:srgbClr>
            </a:solidFill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51" name="Google Shape;230;p9"/>
            <p:cNvSpPr/>
            <p:nvPr/>
          </p:nvSpPr>
          <p:spPr bwMode="auto">
            <a:xfrm>
              <a:off x="7140240" y="2396880"/>
              <a:ext cx="1990800" cy="3824640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alpha val="49000"/>
              </a:schemeClr>
            </a:solidFill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52" name="Google Shape;231;p9"/>
            <p:cNvSpPr/>
            <p:nvPr/>
          </p:nvSpPr>
          <p:spPr bwMode="auto">
            <a:xfrm>
              <a:off x="7140240" y="4329000"/>
              <a:ext cx="1990800" cy="112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3480" tIns="213480" rIns="213480" bIns="213480" anchor="ctr">
              <a:noAutofit/>
            </a:bodyPr>
            <a:p>
              <a:pPr algn="ctr" defTabSz="457200">
                <a:lnSpc>
                  <a:spcPct val="90000"/>
                </a:lnSpc>
                <a:tabLst>
                  <a:tab pos="0" algn="l"/>
                </a:tabLst>
                <a:defRPr/>
              </a:pPr>
              <a:r>
                <a:rPr lang="es-ES" sz="3000" b="0" strike="noStrike" spc="-1">
                  <a:solidFill>
                    <a:schemeClr val="lt1"/>
                  </a:solidFill>
                  <a:latin typeface="Arial"/>
                  <a:ea typeface="Arial"/>
                </a:rPr>
                <a:t>Negocio</a:t>
              </a:r>
              <a:endParaRPr lang="es-ES" sz="3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3" name="Google Shape;232;p9"/>
            <p:cNvSpPr/>
            <p:nvPr/>
          </p:nvSpPr>
          <p:spPr bwMode="auto">
            <a:xfrm>
              <a:off x="7481520" y="2701440"/>
              <a:ext cx="1367640" cy="1367640"/>
            </a:xfrm>
            <a:prstGeom prst="ellipse">
              <a:avLst/>
            </a:prstGeom>
            <a:solidFill>
              <a:srgbClr val="EEE7E7">
                <a:alpha val="49000"/>
              </a:srgbClr>
            </a:solidFill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54" name="Google Shape;233;p9"/>
            <p:cNvSpPr/>
            <p:nvPr/>
          </p:nvSpPr>
          <p:spPr bwMode="auto">
            <a:xfrm>
              <a:off x="3303000" y="5456880"/>
              <a:ext cx="5608080" cy="573480"/>
            </a:xfrm>
            <a:prstGeom prst="leftRightArrow">
              <a:avLst>
                <a:gd name="adj1" fmla="val 50000"/>
                <a:gd name="adj2" fmla="val 50000"/>
              </a:avLst>
            </a:prstGeom>
            <a:solidFill>
              <a:srgbClr val="DECFCF"/>
            </a:solidFill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sp>
        <p:nvSpPr>
          <p:cNvPr id="1930785956" name="Google Shape;234;p9"/>
          <p:cNvSpPr/>
          <p:nvPr/>
        </p:nvSpPr>
        <p:spPr bwMode="auto">
          <a:xfrm>
            <a:off x="3451320" y="2773440"/>
            <a:ext cx="1223640" cy="1223640"/>
          </a:xfrm>
          <a:prstGeom prst="ellipse">
            <a:avLst/>
          </a:prstGeom>
          <a:blipFill rotWithShape="0">
            <a:blip r:embed="rId4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8770331" name="Google Shape;235;p9"/>
          <p:cNvSpPr/>
          <p:nvPr/>
        </p:nvSpPr>
        <p:spPr bwMode="auto">
          <a:xfrm>
            <a:off x="5495039" y="2773440"/>
            <a:ext cx="1223640" cy="1223640"/>
          </a:xfrm>
          <a:prstGeom prst="ellipse">
            <a:avLst/>
          </a:prstGeom>
          <a:blipFill rotWithShape="0">
            <a:blip r:embed="rId5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872672" name="Google Shape;236;p9"/>
          <p:cNvSpPr/>
          <p:nvPr/>
        </p:nvSpPr>
        <p:spPr bwMode="auto">
          <a:xfrm>
            <a:off x="7553520" y="2773440"/>
            <a:ext cx="1223640" cy="1223640"/>
          </a:xfrm>
          <a:prstGeom prst="ellipse">
            <a:avLst/>
          </a:prstGeom>
          <a:blipFill rotWithShape="0">
            <a:blip r:embed="rId6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165144" name="Google Shape;237;p9"/>
          <p:cNvSpPr/>
          <p:nvPr/>
        </p:nvSpPr>
        <p:spPr bwMode="auto">
          <a:xfrm>
            <a:off x="1013760" y="2739600"/>
            <a:ext cx="1428480" cy="865080"/>
          </a:xfrm>
          <a:prstGeom prst="wedgeRoundRectCallout">
            <a:avLst>
              <a:gd name="adj1" fmla="val 141681"/>
              <a:gd name="adj2" fmla="val 168729"/>
              <a:gd name="adj3" fmla="val 0"/>
            </a:avLst>
          </a:prstGeom>
          <a:solidFill>
            <a:schemeClr val="lt2"/>
          </a:solidFill>
          <a:ln w="9525">
            <a:solidFill>
              <a:srgbClr val="69646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marL="174600" indent="-1746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s-ES" sz="1400" b="0" strike="noStrike" spc="-1">
                <a:solidFill>
                  <a:srgbClr val="000000"/>
                </a:solidFill>
                <a:latin typeface="Calibri"/>
                <a:ea typeface="Arial"/>
              </a:rPr>
              <a:t>Calendario</a:t>
            </a: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  <a:p>
            <a:pPr marL="174600" indent="-1746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s-ES" sz="1400" b="0" strike="noStrike" spc="-1">
                <a:solidFill>
                  <a:srgbClr val="000000"/>
                </a:solidFill>
                <a:latin typeface="Calibri"/>
                <a:ea typeface="Arial"/>
              </a:rPr>
              <a:t>Presupuesto</a:t>
            </a: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  <a:p>
            <a:pPr marL="174600" indent="-1746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s-ES" sz="1400" b="0" strike="noStrike" spc="-1">
                <a:solidFill>
                  <a:srgbClr val="000000"/>
                </a:solidFill>
                <a:latin typeface="Calibri"/>
                <a:ea typeface="Arial"/>
              </a:rPr>
              <a:t>Recursos</a:t>
            </a: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2705785" name="Google Shape;238;p9"/>
          <p:cNvSpPr/>
          <p:nvPr/>
        </p:nvSpPr>
        <p:spPr bwMode="auto">
          <a:xfrm>
            <a:off x="6719039" y="1425240"/>
            <a:ext cx="1522440" cy="695520"/>
          </a:xfrm>
          <a:prstGeom prst="wedgeRoundRectCallout">
            <a:avLst>
              <a:gd name="adj1" fmla="val -87309"/>
              <a:gd name="adj2" fmla="val 433691"/>
              <a:gd name="adj3" fmla="val 0"/>
            </a:avLst>
          </a:prstGeom>
          <a:solidFill>
            <a:schemeClr val="lt2"/>
          </a:solidFill>
          <a:ln w="9525">
            <a:solidFill>
              <a:srgbClr val="69646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marL="174600" indent="-1746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s-ES" sz="1400" b="0" strike="noStrike" spc="-1">
                <a:solidFill>
                  <a:srgbClr val="000000"/>
                </a:solidFill>
                <a:latin typeface="Calibri"/>
                <a:ea typeface="Arial"/>
              </a:rPr>
              <a:t>Calidad</a:t>
            </a: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  <a:p>
            <a:pPr marL="174600" indent="-1746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s-ES" sz="1400" b="0" strike="noStrike" spc="-1">
                <a:solidFill>
                  <a:srgbClr val="000000"/>
                </a:solidFill>
                <a:latin typeface="Calibri"/>
                <a:ea typeface="Arial"/>
              </a:rPr>
              <a:t>Requerimientos</a:t>
            </a: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218501" name="Google Shape;239;p9"/>
          <p:cNvSpPr/>
          <p:nvPr/>
        </p:nvSpPr>
        <p:spPr bwMode="auto">
          <a:xfrm>
            <a:off x="9492840" y="2088360"/>
            <a:ext cx="2545560" cy="1888560"/>
          </a:xfrm>
          <a:prstGeom prst="wedgeRoundRectCallout">
            <a:avLst>
              <a:gd name="adj1" fmla="val -99392"/>
              <a:gd name="adj2" fmla="val 90855"/>
              <a:gd name="adj3" fmla="val 0"/>
            </a:avLst>
          </a:prstGeom>
          <a:solidFill>
            <a:schemeClr val="lt2"/>
          </a:solidFill>
          <a:ln w="9525">
            <a:solidFill>
              <a:srgbClr val="69646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s-ES" sz="1400" b="0" strike="noStrike" spc="-1">
                <a:solidFill>
                  <a:srgbClr val="000000"/>
                </a:solidFill>
                <a:latin typeface="Calibri"/>
                <a:ea typeface="Arial"/>
              </a:rPr>
              <a:t>Sistema excelente que nadie quiere (de mercado)</a:t>
            </a: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s-ES" sz="1400" b="0" strike="noStrike" spc="-1">
                <a:solidFill>
                  <a:srgbClr val="000000"/>
                </a:solidFill>
                <a:latin typeface="Calibri"/>
                <a:ea typeface="Arial"/>
              </a:rPr>
              <a:t>Sistema no se adapta a las estrategias de la empresa (estratégico)</a:t>
            </a: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s-ES" sz="1400" b="0" strike="noStrike" spc="-1">
                <a:solidFill>
                  <a:srgbClr val="000000"/>
                </a:solidFill>
                <a:latin typeface="Calibri"/>
                <a:ea typeface="Arial"/>
              </a:rPr>
              <a:t>Pérdida de apoyo de la gerencia (gerencial)</a:t>
            </a: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1493668" name="PlaceHolder 1"/>
          <p:cNvSpPr>
            <a:spLocks noGrp="1"/>
          </p:cNvSpPr>
          <p:nvPr>
            <p:ph type="title"/>
          </p:nvPr>
        </p:nvSpPr>
        <p:spPr bwMode="auto">
          <a:xfrm>
            <a:off x="864000" y="540000"/>
            <a:ext cx="9360000" cy="72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Categorización de los riegos en el </a:t>
            </a:r>
            <a:br>
              <a:rPr sz="4400"/>
            </a:b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Desarrollo de Software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44342797" name="PlaceHolder 2"/>
          <p:cNvSpPr>
            <a:spLocks noGrp="1"/>
          </p:cNvSpPr>
          <p:nvPr>
            <p:ph type="dt" idx="64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749115" name="PlaceHolder 3"/>
          <p:cNvSpPr>
            <a:spLocks noGrp="1"/>
          </p:cNvSpPr>
          <p:nvPr>
            <p:ph type="sldNum" idx="65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96ACDA8D-02A4-46F5-815C-B74F3876FE82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6673996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9496404" name="Google Shape;244;p10" descr="http://3.bp.blogspot.com/_mFgrt8wxdC0/TORMv3JRJQI/AAAAAAAAAAg/ve9-Dv0QiXs/s1600/RIESGOS+EN+INTERNET.jpg"/>
          <p:cNvPicPr/>
          <p:nvPr/>
        </p:nvPicPr>
        <p:blipFill rotWithShape="1">
          <a:blip r:embed="rId3"/>
          <a:stretch/>
        </p:blipFill>
        <p:spPr bwMode="auto">
          <a:xfrm>
            <a:off x="9700200" y="1882080"/>
            <a:ext cx="2494440" cy="2016000"/>
          </a:xfrm>
          <a:prstGeom prst="rect">
            <a:avLst/>
          </a:prstGeom>
          <a:ln w="0">
            <a:noFill/>
          </a:ln>
        </p:spPr>
      </p:pic>
      <p:grpSp>
        <p:nvGrpSpPr>
          <p:cNvPr id="1868030939" name="Google Shape;248;p10"/>
          <p:cNvGrpSpPr/>
          <p:nvPr/>
        </p:nvGrpSpPr>
        <p:grpSpPr bwMode="auto">
          <a:xfrm>
            <a:off x="1632240" y="2302920"/>
            <a:ext cx="8903880" cy="3467519"/>
            <a:chOff x="1632240" y="2302920"/>
            <a:chExt cx="8903880" cy="3467519"/>
          </a:xfrm>
        </p:grpSpPr>
        <p:sp>
          <p:nvSpPr>
            <p:cNvPr id="266" name="Google Shape;250;p10"/>
            <p:cNvSpPr/>
            <p:nvPr/>
          </p:nvSpPr>
          <p:spPr bwMode="auto">
            <a:xfrm>
              <a:off x="5510880" y="2302920"/>
              <a:ext cx="1146600" cy="87228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38160" rIns="38160" bIns="38160" anchor="ctr">
              <a:noAutofit/>
            </a:bodyPr>
            <a:p>
              <a:pPr algn="ctr" defTabSz="457200">
                <a:lnSpc>
                  <a:spcPct val="90000"/>
                </a:lnSpc>
                <a:tabLst>
                  <a:tab pos="0" algn="l"/>
                </a:tabLst>
                <a:defRPr/>
              </a:pPr>
              <a:r>
                <a:rPr lang="es-ES" sz="1000" b="0" strike="noStrike" spc="-1">
                  <a:solidFill>
                    <a:schemeClr val="lt1"/>
                  </a:solidFill>
                  <a:latin typeface="Arial"/>
                  <a:ea typeface="Arial"/>
                </a:rPr>
                <a:t>Tipos</a:t>
              </a:r>
              <a:endParaRPr lang="es-ES" sz="10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7" name="Google Shape;251;p10"/>
            <p:cNvSpPr/>
            <p:nvPr/>
          </p:nvSpPr>
          <p:spPr bwMode="auto">
            <a:xfrm>
              <a:off x="3757320" y="3202560"/>
              <a:ext cx="2326680" cy="370439"/>
            </a:xfrm>
            <a:custGeom>
              <a:avLst/>
              <a:gdLst>
                <a:gd name="textAreaLeft" fmla="*/ 0 w 2326680"/>
                <a:gd name="textAreaRight" fmla="*/ 2327040 w 2326680"/>
                <a:gd name="textAreaTop" fmla="*/ 0 h 370440"/>
                <a:gd name="textAreaBottom" fmla="*/ 370800 h 370440"/>
              </a:gdLst>
              <a:ahLst/>
              <a:cxnLst/>
              <a:rect l="textAreaLeft" t="textAreaTop" r="textAreaRight" b="textAreaBottom"/>
              <a:pathLst>
                <a:path w="120000" h="120000" fill="norm" stroke="1" extrusionOk="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>
              <a:solidFill>
                <a:srgbClr val="9B2D1F"/>
              </a:solidFill>
              <a:rou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/>
          </p:style>
          <p:txBody>
            <a:bodyPr anchor="t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68" name="Google Shape;253;p10"/>
            <p:cNvSpPr/>
            <p:nvPr/>
          </p:nvSpPr>
          <p:spPr bwMode="auto">
            <a:xfrm>
              <a:off x="3177360" y="3600360"/>
              <a:ext cx="1146600" cy="872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38160" rIns="38160" bIns="38160" anchor="ctr">
              <a:noAutofit/>
            </a:bodyPr>
            <a:p>
              <a:pPr algn="ctr" defTabSz="457200">
                <a:lnSpc>
                  <a:spcPct val="90000"/>
                </a:lnSpc>
                <a:tabLst>
                  <a:tab pos="0" algn="l"/>
                </a:tabLst>
                <a:defRPr/>
              </a:pPr>
              <a:r>
                <a:rPr lang="es-ES" sz="1000" b="0" strike="noStrike" spc="-1">
                  <a:solidFill>
                    <a:schemeClr val="lt1"/>
                  </a:solidFill>
                  <a:latin typeface="Arial"/>
                  <a:ea typeface="Arial"/>
                </a:rPr>
                <a:t>Genéricos</a:t>
              </a:r>
              <a:endParaRPr lang="es-ES" sz="10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9" name="Google Shape;254;p10"/>
            <p:cNvSpPr/>
            <p:nvPr/>
          </p:nvSpPr>
          <p:spPr bwMode="auto">
            <a:xfrm>
              <a:off x="2205720" y="4500000"/>
              <a:ext cx="1551240" cy="370439"/>
            </a:xfrm>
            <a:custGeom>
              <a:avLst/>
              <a:gdLst>
                <a:gd name="textAreaLeft" fmla="*/ 0 w 1551240"/>
                <a:gd name="textAreaRight" fmla="*/ 1551600 w 1551240"/>
                <a:gd name="textAreaTop" fmla="*/ 0 h 370440"/>
                <a:gd name="textAreaBottom" fmla="*/ 370800 h 370440"/>
              </a:gdLst>
              <a:ahLst/>
              <a:cxnLst/>
              <a:rect l="textAreaLeft" t="textAreaTop" r="textAreaRight" b="textAreaBottom"/>
              <a:pathLst>
                <a:path w="120000" h="120000" fill="norm" stroke="1" extrusionOk="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>
              <a:solidFill>
                <a:srgbClr val="9B2D1F"/>
              </a:solidFill>
              <a:rou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/>
          </p:style>
          <p:txBody>
            <a:bodyPr anchor="t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70" name="Google Shape;256;p10"/>
            <p:cNvSpPr/>
            <p:nvPr/>
          </p:nvSpPr>
          <p:spPr bwMode="auto">
            <a:xfrm>
              <a:off x="1632240" y="4898160"/>
              <a:ext cx="1146600" cy="8722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38160" rIns="38160" bIns="38160" anchor="ctr">
              <a:noAutofit/>
            </a:bodyPr>
            <a:p>
              <a:pPr algn="ctr" defTabSz="457200">
                <a:lnSpc>
                  <a:spcPct val="90000"/>
                </a:lnSpc>
                <a:tabLst>
                  <a:tab pos="0" algn="l"/>
                </a:tabLst>
                <a:defRPr/>
              </a:pPr>
              <a:r>
                <a:rPr lang="es-ES" sz="1000" b="0" strike="noStrike" spc="-1">
                  <a:solidFill>
                    <a:schemeClr val="lt1"/>
                  </a:solidFill>
                  <a:latin typeface="Arial"/>
                  <a:ea typeface="Arial"/>
                </a:rPr>
                <a:t>Conocidos</a:t>
              </a:r>
              <a:endParaRPr lang="es-ES" sz="10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1" name="Google Shape;257;p10"/>
            <p:cNvSpPr/>
            <p:nvPr/>
          </p:nvSpPr>
          <p:spPr bwMode="auto">
            <a:xfrm>
              <a:off x="3702240" y="4500000"/>
              <a:ext cx="109800" cy="370439"/>
            </a:xfrm>
            <a:custGeom>
              <a:avLst/>
              <a:gdLst>
                <a:gd name="textAreaLeft" fmla="*/ 0 w 109800"/>
                <a:gd name="textAreaRight" fmla="*/ 110160 w 109800"/>
                <a:gd name="textAreaTop" fmla="*/ 0 h 370440"/>
                <a:gd name="textAreaBottom" fmla="*/ 370800 h 370440"/>
              </a:gdLst>
              <a:ahLst/>
              <a:cxnLst/>
              <a:rect l="textAreaLeft" t="textAreaTop" r="textAreaRight" b="textAreaBottom"/>
              <a:pathLst>
                <a:path w="120000" h="120000" fill="norm" stroke="1" extrusionOk="0">
                  <a:moveTo>
                    <a:pt x="60000" y="0"/>
                  </a:moveTo>
                  <a:lnTo>
                    <a:pt x="60000" y="120000"/>
                  </a:lnTo>
                </a:path>
              </a:pathLst>
            </a:custGeom>
            <a:noFill/>
            <a:ln>
              <a:solidFill>
                <a:srgbClr val="9B2D1F"/>
              </a:solidFill>
              <a:rou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/>
          </p:style>
          <p:txBody>
            <a:bodyPr anchor="t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72" name="Google Shape;259;p10"/>
            <p:cNvSpPr/>
            <p:nvPr/>
          </p:nvSpPr>
          <p:spPr bwMode="auto">
            <a:xfrm>
              <a:off x="3183840" y="4898160"/>
              <a:ext cx="1146600" cy="8722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38160" rIns="38160" bIns="38160" anchor="ctr">
              <a:noAutofit/>
            </a:bodyPr>
            <a:p>
              <a:pPr algn="ctr" defTabSz="457200">
                <a:lnSpc>
                  <a:spcPct val="90000"/>
                </a:lnSpc>
                <a:tabLst>
                  <a:tab pos="0" algn="l"/>
                </a:tabLst>
                <a:defRPr/>
              </a:pPr>
              <a:r>
                <a:rPr lang="es-ES" sz="1000" b="0" strike="noStrike" spc="-1">
                  <a:solidFill>
                    <a:schemeClr val="lt1"/>
                  </a:solidFill>
                  <a:latin typeface="Arial"/>
                  <a:ea typeface="Arial"/>
                </a:rPr>
                <a:t>Predecibles</a:t>
              </a:r>
              <a:endParaRPr lang="es-ES" sz="10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3" name="Google Shape;260;p10"/>
            <p:cNvSpPr/>
            <p:nvPr/>
          </p:nvSpPr>
          <p:spPr bwMode="auto">
            <a:xfrm>
              <a:off x="3757320" y="4500000"/>
              <a:ext cx="1551240" cy="370439"/>
            </a:xfrm>
            <a:custGeom>
              <a:avLst/>
              <a:gdLst>
                <a:gd name="textAreaLeft" fmla="*/ 0 w 1551240"/>
                <a:gd name="textAreaRight" fmla="*/ 1551600 w 1551240"/>
                <a:gd name="textAreaTop" fmla="*/ 0 h 370440"/>
                <a:gd name="textAreaBottom" fmla="*/ 370800 h 370440"/>
              </a:gdLst>
              <a:ahLst/>
              <a:cxnLst/>
              <a:rect l="textAreaLeft" t="textAreaTop" r="textAreaRight" b="textAreaBottom"/>
              <a:pathLst>
                <a:path w="120000" h="120000" fill="norm" stroke="1" extrusionOk="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>
              <a:solidFill>
                <a:srgbClr val="9B2D1F"/>
              </a:solidFill>
              <a:rou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/>
          </p:style>
          <p:txBody>
            <a:bodyPr anchor="t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74" name="Google Shape;262;p10"/>
            <p:cNvSpPr/>
            <p:nvPr/>
          </p:nvSpPr>
          <p:spPr bwMode="auto">
            <a:xfrm>
              <a:off x="4735080" y="4898160"/>
              <a:ext cx="1146600" cy="8722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38160" rIns="38160" bIns="38160" anchor="ctr">
              <a:noAutofit/>
            </a:bodyPr>
            <a:p>
              <a:pPr algn="ctr" defTabSz="457200">
                <a:lnSpc>
                  <a:spcPct val="90000"/>
                </a:lnSpc>
                <a:tabLst>
                  <a:tab pos="0" algn="l"/>
                </a:tabLst>
                <a:defRPr/>
              </a:pPr>
              <a:r>
                <a:rPr lang="es-ES" sz="1000" b="0" strike="noStrike" spc="-1">
                  <a:solidFill>
                    <a:schemeClr val="lt1"/>
                  </a:solidFill>
                  <a:latin typeface="Arial"/>
                  <a:ea typeface="Arial"/>
                </a:rPr>
                <a:t>Impredecibles</a:t>
              </a:r>
              <a:endParaRPr lang="es-ES" sz="10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5" name="Google Shape;263;p10"/>
            <p:cNvSpPr/>
            <p:nvPr/>
          </p:nvSpPr>
          <p:spPr bwMode="auto">
            <a:xfrm>
              <a:off x="6084360" y="3202560"/>
              <a:ext cx="2326680" cy="370439"/>
            </a:xfrm>
            <a:custGeom>
              <a:avLst/>
              <a:gdLst>
                <a:gd name="textAreaLeft" fmla="*/ 0 w 2326680"/>
                <a:gd name="textAreaRight" fmla="*/ 2327040 w 2326680"/>
                <a:gd name="textAreaTop" fmla="*/ 0 h 370440"/>
                <a:gd name="textAreaBottom" fmla="*/ 370800 h 370440"/>
              </a:gdLst>
              <a:ahLst/>
              <a:cxnLst/>
              <a:rect l="textAreaLeft" t="textAreaTop" r="textAreaRight" b="textAreaBottom"/>
              <a:pathLst>
                <a:path w="120000" h="120000" fill="norm" stroke="1" extrusionOk="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>
              <a:solidFill>
                <a:srgbClr val="9B2D1F"/>
              </a:solidFill>
              <a:rou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/>
          </p:style>
          <p:txBody>
            <a:bodyPr anchor="t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76" name="Google Shape;265;p10"/>
            <p:cNvSpPr/>
            <p:nvPr/>
          </p:nvSpPr>
          <p:spPr bwMode="auto">
            <a:xfrm>
              <a:off x="7838280" y="3600360"/>
              <a:ext cx="1146600" cy="872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38160" rIns="38160" bIns="38160" anchor="ctr">
              <a:noAutofit/>
            </a:bodyPr>
            <a:p>
              <a:pPr algn="ctr" defTabSz="457200">
                <a:lnSpc>
                  <a:spcPct val="90000"/>
                </a:lnSpc>
                <a:tabLst>
                  <a:tab pos="0" algn="l"/>
                </a:tabLst>
                <a:defRPr/>
              </a:pPr>
              <a:r>
                <a:rPr lang="es-ES" sz="1000" b="0" strike="noStrike" spc="-1">
                  <a:solidFill>
                    <a:schemeClr val="lt1"/>
                  </a:solidFill>
                  <a:latin typeface="Arial"/>
                  <a:ea typeface="Arial"/>
                </a:rPr>
                <a:t>Específicos</a:t>
              </a:r>
              <a:endParaRPr lang="es-ES" sz="10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7" name="Google Shape;266;p10"/>
            <p:cNvSpPr/>
            <p:nvPr/>
          </p:nvSpPr>
          <p:spPr bwMode="auto">
            <a:xfrm>
              <a:off x="6860160" y="4500000"/>
              <a:ext cx="1551240" cy="370439"/>
            </a:xfrm>
            <a:custGeom>
              <a:avLst/>
              <a:gdLst>
                <a:gd name="textAreaLeft" fmla="*/ 0 w 1551240"/>
                <a:gd name="textAreaRight" fmla="*/ 1551600 w 1551240"/>
                <a:gd name="textAreaTop" fmla="*/ 0 h 370440"/>
                <a:gd name="textAreaBottom" fmla="*/ 370800 h 370440"/>
              </a:gdLst>
              <a:ahLst/>
              <a:cxnLst/>
              <a:rect l="textAreaLeft" t="textAreaTop" r="textAreaRight" b="textAreaBottom"/>
              <a:pathLst>
                <a:path w="120000" h="120000" fill="norm" stroke="1" extrusionOk="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>
              <a:solidFill>
                <a:srgbClr val="9B2D1F"/>
              </a:solidFill>
              <a:rou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/>
          </p:style>
          <p:txBody>
            <a:bodyPr anchor="t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78" name="Google Shape;268;p10"/>
            <p:cNvSpPr/>
            <p:nvPr/>
          </p:nvSpPr>
          <p:spPr bwMode="auto">
            <a:xfrm>
              <a:off x="6286680" y="4898160"/>
              <a:ext cx="1146600" cy="8722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38160" rIns="38160" bIns="38160" anchor="ctr">
              <a:noAutofit/>
            </a:bodyPr>
            <a:p>
              <a:pPr algn="ctr" defTabSz="457200">
                <a:lnSpc>
                  <a:spcPct val="90000"/>
                </a:lnSpc>
                <a:tabLst>
                  <a:tab pos="0" algn="l"/>
                </a:tabLst>
                <a:defRPr/>
              </a:pPr>
              <a:r>
                <a:rPr lang="es-ES" sz="1000" b="0" strike="noStrike" spc="-1">
                  <a:solidFill>
                    <a:schemeClr val="lt1"/>
                  </a:solidFill>
                  <a:latin typeface="Arial"/>
                  <a:ea typeface="Arial"/>
                </a:rPr>
                <a:t>Conocidos</a:t>
              </a:r>
              <a:endParaRPr lang="es-ES" sz="10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9" name="Google Shape;269;p10"/>
            <p:cNvSpPr/>
            <p:nvPr/>
          </p:nvSpPr>
          <p:spPr bwMode="auto">
            <a:xfrm>
              <a:off x="8356320" y="4500000"/>
              <a:ext cx="109800" cy="370439"/>
            </a:xfrm>
            <a:custGeom>
              <a:avLst/>
              <a:gdLst>
                <a:gd name="textAreaLeft" fmla="*/ 0 w 109800"/>
                <a:gd name="textAreaRight" fmla="*/ 110160 w 109800"/>
                <a:gd name="textAreaTop" fmla="*/ 0 h 370440"/>
                <a:gd name="textAreaBottom" fmla="*/ 370800 h 370440"/>
              </a:gdLst>
              <a:ahLst/>
              <a:cxnLst/>
              <a:rect l="textAreaLeft" t="textAreaTop" r="textAreaRight" b="textAreaBottom"/>
              <a:pathLst>
                <a:path w="120000" h="120000" fill="norm" stroke="1" extrusionOk="0">
                  <a:moveTo>
                    <a:pt x="60000" y="0"/>
                  </a:moveTo>
                  <a:lnTo>
                    <a:pt x="60000" y="120000"/>
                  </a:lnTo>
                </a:path>
              </a:pathLst>
            </a:custGeom>
            <a:noFill/>
            <a:ln>
              <a:solidFill>
                <a:srgbClr val="9B2D1F"/>
              </a:solidFill>
              <a:rou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/>
          </p:style>
          <p:txBody>
            <a:bodyPr anchor="t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80" name="Google Shape;271;p10"/>
            <p:cNvSpPr/>
            <p:nvPr/>
          </p:nvSpPr>
          <p:spPr bwMode="auto">
            <a:xfrm>
              <a:off x="7838280" y="4898160"/>
              <a:ext cx="1146600" cy="8722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38160" rIns="38160" bIns="38160" anchor="ctr">
              <a:noAutofit/>
            </a:bodyPr>
            <a:p>
              <a:pPr algn="ctr" defTabSz="457200">
                <a:lnSpc>
                  <a:spcPct val="90000"/>
                </a:lnSpc>
                <a:tabLst>
                  <a:tab pos="0" algn="l"/>
                </a:tabLst>
                <a:defRPr/>
              </a:pPr>
              <a:r>
                <a:rPr lang="es-ES" sz="1000" b="0" strike="noStrike" spc="-1">
                  <a:solidFill>
                    <a:schemeClr val="lt1"/>
                  </a:solidFill>
                  <a:latin typeface="Arial"/>
                  <a:ea typeface="Arial"/>
                </a:rPr>
                <a:t>Predecibles </a:t>
              </a:r>
              <a:endParaRPr lang="es-ES" sz="10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1" name="Google Shape;272;p10"/>
            <p:cNvSpPr/>
            <p:nvPr/>
          </p:nvSpPr>
          <p:spPr bwMode="auto">
            <a:xfrm>
              <a:off x="8411400" y="4500000"/>
              <a:ext cx="1551240" cy="370439"/>
            </a:xfrm>
            <a:custGeom>
              <a:avLst/>
              <a:gdLst>
                <a:gd name="textAreaLeft" fmla="*/ 0 w 1551240"/>
                <a:gd name="textAreaRight" fmla="*/ 1551600 w 1551240"/>
                <a:gd name="textAreaTop" fmla="*/ 0 h 370440"/>
                <a:gd name="textAreaBottom" fmla="*/ 370800 h 370440"/>
              </a:gdLst>
              <a:ahLst/>
              <a:cxnLst/>
              <a:rect l="textAreaLeft" t="textAreaTop" r="textAreaRight" b="textAreaBottom"/>
              <a:pathLst>
                <a:path w="120000" h="120000" fill="norm" stroke="1" extrusionOk="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>
              <a:solidFill>
                <a:srgbClr val="9B2D1F"/>
              </a:solidFill>
              <a:rou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/>
          </p:style>
          <p:txBody>
            <a:bodyPr anchor="t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82" name="Google Shape;274;p10"/>
            <p:cNvSpPr/>
            <p:nvPr/>
          </p:nvSpPr>
          <p:spPr bwMode="auto">
            <a:xfrm>
              <a:off x="9389520" y="4898160"/>
              <a:ext cx="1146600" cy="8722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38160" rIns="38160" bIns="38160" anchor="ctr">
              <a:noAutofit/>
            </a:bodyPr>
            <a:p>
              <a:pPr algn="ctr" defTabSz="457200">
                <a:lnSpc>
                  <a:spcPct val="90000"/>
                </a:lnSpc>
                <a:tabLst>
                  <a:tab pos="0" algn="l"/>
                </a:tabLst>
                <a:defRPr/>
              </a:pPr>
              <a:r>
                <a:rPr lang="es-ES" sz="1000" b="0" strike="noStrike" spc="-1">
                  <a:solidFill>
                    <a:schemeClr val="lt1"/>
                  </a:solidFill>
                  <a:latin typeface="Arial"/>
                  <a:ea typeface="Arial"/>
                </a:rPr>
                <a:t>Impredecibles</a:t>
              </a:r>
              <a:endParaRPr lang="es-ES" sz="10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699251129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Tipos de Riesgos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84579715" name="PlaceHolder 2"/>
          <p:cNvSpPr>
            <a:spLocks noGrp="1"/>
          </p:cNvSpPr>
          <p:nvPr>
            <p:ph type="dt" idx="66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4020483" name="PlaceHolder 3"/>
          <p:cNvSpPr>
            <a:spLocks noGrp="1"/>
          </p:cNvSpPr>
          <p:nvPr>
            <p:ph type="sldNum" idx="67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48F5943C-17F3-48FE-BA16-E319423D92AD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0204976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285709" name="Google Shape;282;p11"/>
          <p:cNvSpPr/>
          <p:nvPr/>
        </p:nvSpPr>
        <p:spPr bwMode="auto">
          <a:xfrm>
            <a:off x="2658240" y="2590200"/>
            <a:ext cx="1820520" cy="910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9192"/>
              </a:gs>
              <a:gs pos="35000">
                <a:srgbClr val="FFB4B4"/>
              </a:gs>
              <a:gs pos="100000">
                <a:srgbClr val="FFE0E0"/>
              </a:gs>
            </a:gsLst>
            <a:lin ang="16200000" scaled="1"/>
          </a:gradFill>
          <a:ln w="9525">
            <a:solidFill>
              <a:srgbClr val="BF0000"/>
            </a:solidFill>
            <a:round/>
          </a:ln>
          <a:effectLst>
            <a:outerShdw blurRad="39960" dist="20160" dir="5400000" rotWithShape="0">
              <a:srgbClr val="000000">
                <a:alpha val="3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0" strike="noStrike" spc="-1">
                <a:solidFill>
                  <a:schemeClr val="dk1"/>
                </a:solidFill>
                <a:latin typeface="Arial"/>
                <a:ea typeface="Arial"/>
              </a:rPr>
              <a:t>1.Identificacion de riesgos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0102929" name="Google Shape;283;p11"/>
          <p:cNvSpPr/>
          <p:nvPr/>
        </p:nvSpPr>
        <p:spPr bwMode="auto">
          <a:xfrm>
            <a:off x="4440600" y="3035880"/>
            <a:ext cx="1927080" cy="784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3E1A8"/>
              </a:gs>
              <a:gs pos="35000">
                <a:srgbClr val="D3E9C1"/>
              </a:gs>
              <a:gs pos="100000">
                <a:srgbClr val="EDF8E6"/>
              </a:gs>
            </a:gsLst>
            <a:lin ang="16200000" scaled="1"/>
          </a:gradFill>
          <a:ln w="9525">
            <a:solidFill>
              <a:srgbClr val="60871B"/>
            </a:solidFill>
            <a:round/>
          </a:ln>
          <a:effectLst>
            <a:outerShdw blurRad="39960" dist="20160" dir="5400000" rotWithShape="0">
              <a:srgbClr val="000000">
                <a:alpha val="3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0" strike="noStrike" spc="-1">
                <a:solidFill>
                  <a:srgbClr val="000000"/>
                </a:solidFill>
                <a:latin typeface="Arial"/>
                <a:ea typeface="Arial"/>
              </a:rPr>
              <a:t>2.Análisis de riesgos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176493" name="Google Shape;284;p11"/>
          <p:cNvSpPr/>
          <p:nvPr/>
        </p:nvSpPr>
        <p:spPr bwMode="auto">
          <a:xfrm>
            <a:off x="2737800" y="3953880"/>
            <a:ext cx="1065240" cy="910080"/>
          </a:xfrm>
          <a:prstGeom prst="flowChartMultidocument">
            <a:avLst/>
          </a:prstGeom>
          <a:solidFill>
            <a:schemeClr val="lt1"/>
          </a:solidFill>
          <a:ln w="25400">
            <a:solidFill>
              <a:srgbClr val="9B2D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Listado de riesgos potenciales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57532197" name="Google Shape;285;p11"/>
          <p:cNvCxnSpPr/>
          <p:nvPr/>
        </p:nvCxnSpPr>
        <p:spPr bwMode="auto">
          <a:xfrm flipH="1">
            <a:off x="3451680" y="3466800"/>
            <a:ext cx="6120" cy="449640"/>
          </a:xfrm>
          <a:prstGeom prst="straightConnector1">
            <a:avLst/>
          </a:prstGeom>
          <a:ln w="25400">
            <a:solidFill>
              <a:srgbClr val="9B2D1F"/>
            </a:solidFill>
            <a:round/>
            <a:tailEnd type="triangle" w="med" len="med"/>
          </a:ln>
        </p:spPr>
      </p:cxnSp>
      <p:sp>
        <p:nvSpPr>
          <p:cNvPr id="2007788963" name="Google Shape;286;p11"/>
          <p:cNvSpPr/>
          <p:nvPr/>
        </p:nvSpPr>
        <p:spPr bwMode="auto">
          <a:xfrm>
            <a:off x="4772520" y="4341960"/>
            <a:ext cx="1181520" cy="609840"/>
          </a:xfrm>
          <a:prstGeom prst="flowChartDocument">
            <a:avLst/>
          </a:prstGeom>
          <a:solidFill>
            <a:schemeClr val="lt1"/>
          </a:solidFill>
          <a:ln w="25400">
            <a:solidFill>
              <a:srgbClr val="9184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Listado de priorización de riesgos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51173271" name="Google Shape;287;p11"/>
          <p:cNvCxnSpPr/>
          <p:nvPr/>
        </p:nvCxnSpPr>
        <p:spPr bwMode="auto">
          <a:xfrm flipH="1">
            <a:off x="5359680" y="3883320"/>
            <a:ext cx="6120" cy="449640"/>
          </a:xfrm>
          <a:prstGeom prst="straightConnector1">
            <a:avLst/>
          </a:prstGeom>
          <a:ln w="25400">
            <a:solidFill>
              <a:srgbClr val="918485"/>
            </a:solidFill>
            <a:round/>
            <a:tailEnd type="triangle" w="med" len="med"/>
          </a:ln>
        </p:spPr>
      </p:cxnSp>
      <p:sp>
        <p:nvSpPr>
          <p:cNvPr id="1546238158" name="Google Shape;288;p11"/>
          <p:cNvSpPr/>
          <p:nvPr/>
        </p:nvSpPr>
        <p:spPr bwMode="auto">
          <a:xfrm>
            <a:off x="6203520" y="3626640"/>
            <a:ext cx="1927080" cy="784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5CED1"/>
              </a:gs>
              <a:gs pos="35000">
                <a:srgbClr val="D4DBDE"/>
              </a:gs>
              <a:gs pos="100000">
                <a:srgbClr val="EEF2F2"/>
              </a:gs>
            </a:gsLst>
            <a:lin ang="16200000" scaled="1"/>
          </a:gradFill>
          <a:ln w="9525">
            <a:solidFill>
              <a:srgbClr val="717D81"/>
            </a:solidFill>
            <a:round/>
          </a:ln>
          <a:effectLst>
            <a:outerShdw blurRad="39960" dist="20160" dir="5400000" rotWithShape="0">
              <a:srgbClr val="000000">
                <a:alpha val="3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0" strike="noStrike" spc="-1">
                <a:solidFill>
                  <a:srgbClr val="000000"/>
                </a:solidFill>
                <a:latin typeface="Arial"/>
                <a:ea typeface="Arial"/>
              </a:rPr>
              <a:t>3.Planeación de riesgos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22080685" name="Google Shape;289;p11"/>
          <p:cNvCxnSpPr/>
          <p:nvPr/>
        </p:nvCxnSpPr>
        <p:spPr bwMode="auto">
          <a:xfrm>
            <a:off x="7157520" y="4483800"/>
            <a:ext cx="14040" cy="498240"/>
          </a:xfrm>
          <a:prstGeom prst="straightConnector1">
            <a:avLst/>
          </a:prstGeom>
          <a:ln w="25400">
            <a:solidFill>
              <a:srgbClr val="855D5D"/>
            </a:solidFill>
            <a:round/>
            <a:tailEnd type="triangle" w="med" len="med"/>
          </a:ln>
        </p:spPr>
      </p:cxnSp>
      <p:sp>
        <p:nvSpPr>
          <p:cNvPr id="1501151042" name="Google Shape;290;p11"/>
          <p:cNvSpPr/>
          <p:nvPr/>
        </p:nvSpPr>
        <p:spPr bwMode="auto">
          <a:xfrm>
            <a:off x="6474960" y="4988520"/>
            <a:ext cx="1510560" cy="765000"/>
          </a:xfrm>
          <a:prstGeom prst="flowChartPredefinedProcess">
            <a:avLst/>
          </a:prstGeom>
          <a:solidFill>
            <a:schemeClr val="lt1"/>
          </a:solidFill>
          <a:ln w="25400">
            <a:solidFill>
              <a:srgbClr val="855D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Anulación  de  riesgos  y 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planes  de 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contingencia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8761799" name="Google Shape;291;p11"/>
          <p:cNvSpPr/>
          <p:nvPr/>
        </p:nvSpPr>
        <p:spPr bwMode="auto">
          <a:xfrm>
            <a:off x="8092440" y="4082040"/>
            <a:ext cx="1927080" cy="784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B983"/>
              </a:gs>
              <a:gs pos="35000">
                <a:srgbClr val="FFCCA8"/>
              </a:gs>
              <a:gs pos="100000">
                <a:srgbClr val="FFE9DB"/>
              </a:gs>
            </a:gsLst>
            <a:lin ang="16200000" scaled="1"/>
          </a:gradFill>
          <a:ln w="9525">
            <a:solidFill>
              <a:srgbClr val="E47F1C"/>
            </a:solidFill>
            <a:round/>
          </a:ln>
          <a:effectLst>
            <a:outerShdw blurRad="39960" dist="20160" dir="5400000" rotWithShape="0">
              <a:srgbClr val="000000">
                <a:alpha val="3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0" strike="noStrike" spc="-1">
                <a:solidFill>
                  <a:srgbClr val="000000"/>
                </a:solidFill>
                <a:latin typeface="Arial"/>
                <a:ea typeface="Arial"/>
              </a:rPr>
              <a:t>4.Supervisión de riesgos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62050159" name="Google Shape;292;p11"/>
          <p:cNvCxnSpPr/>
          <p:nvPr/>
        </p:nvCxnSpPr>
        <p:spPr bwMode="auto">
          <a:xfrm>
            <a:off x="9104400" y="4871160"/>
            <a:ext cx="14040" cy="420840"/>
          </a:xfrm>
          <a:prstGeom prst="straightConnector1">
            <a:avLst/>
          </a:prstGeom>
          <a:ln w="25400">
            <a:solidFill>
              <a:srgbClr val="A28E6A"/>
            </a:solidFill>
            <a:round/>
            <a:tailEnd type="triangle" w="med" len="med"/>
          </a:ln>
        </p:spPr>
      </p:cxnSp>
      <p:sp>
        <p:nvSpPr>
          <p:cNvPr id="1241395134" name="Google Shape;293;p11"/>
          <p:cNvSpPr/>
          <p:nvPr/>
        </p:nvSpPr>
        <p:spPr bwMode="auto">
          <a:xfrm>
            <a:off x="8508960" y="5327640"/>
            <a:ext cx="1220040" cy="735840"/>
          </a:xfrm>
          <a:prstGeom prst="flowChartPredefinedProcess">
            <a:avLst/>
          </a:prstGeom>
          <a:solidFill>
            <a:schemeClr val="lt1"/>
          </a:solidFill>
          <a:ln w="25400">
            <a:solidFill>
              <a:srgbClr val="A28E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Valoración  de  riesgos 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717409" name="Google Shape;294;p11"/>
          <p:cNvSpPr/>
          <p:nvPr/>
        </p:nvSpPr>
        <p:spPr bwMode="auto">
          <a:xfrm rot="11580000">
            <a:off x="5558039" y="2670480"/>
            <a:ext cx="4745880" cy="890640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gradFill rotWithShape="0"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6180000" scaled="1"/>
          </a:gradFill>
          <a:ln w="9525">
            <a:solidFill>
              <a:srgbClr val="000000"/>
            </a:solidFill>
            <a:round/>
          </a:ln>
          <a:effectLst>
            <a:outerShdw blurRad="39960" dist="20160" dir="5400000" rotWithShape="0">
              <a:srgbClr val="000000">
                <a:alpha val="3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strike="noStrike" spc="-1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660206578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Gestión de Riesgos - Proceso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6527521" name="PlaceHolder 2"/>
          <p:cNvSpPr>
            <a:spLocks noGrp="1"/>
          </p:cNvSpPr>
          <p:nvPr>
            <p:ph type="dt" idx="68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6167656" name="PlaceHolder 3"/>
          <p:cNvSpPr>
            <a:spLocks noGrp="1"/>
          </p:cNvSpPr>
          <p:nvPr>
            <p:ph type="sldNum" idx="69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79FAC9B0-5B8A-409B-8BB3-859437374FB9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16935" name="Google Shape;170;p5"/>
          <p:cNvSpPr/>
          <p:nvPr/>
        </p:nvSpPr>
        <p:spPr bwMode="auto">
          <a:xfrm>
            <a:off x="1023840" y="1926720"/>
            <a:ext cx="10277280" cy="2268720"/>
          </a:xfrm>
          <a:custGeom>
            <a:avLst/>
            <a:gdLst>
              <a:gd name="textAreaLeft" fmla="*/ 0 w 10277280"/>
              <a:gd name="textAreaRight" fmla="*/ 10277640 w 10277280"/>
              <a:gd name="textAreaTop" fmla="*/ 0 h 2268720"/>
              <a:gd name="textAreaBottom" fmla="*/ 2269080 h 226872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8080" tIns="59040" rIns="118080" bIns="59040" anchor="t">
            <a:noAutofit/>
          </a:bodyPr>
          <a:p>
            <a:pPr marL="620640" indent="-620640" algn="just" defTabSz="457200">
              <a:lnSpc>
                <a:spcPct val="85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Es un proceso iterativo que debe documentarse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85000"/>
              </a:lnSpc>
              <a:defRPr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295079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285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53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7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10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17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78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38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08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15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76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050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39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71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178788" name="Google Shape;301;p12"/>
          <p:cNvSpPr/>
          <p:nvPr/>
        </p:nvSpPr>
        <p:spPr bwMode="auto">
          <a:xfrm>
            <a:off x="8080200" y="235800"/>
            <a:ext cx="1820520" cy="910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9192"/>
              </a:gs>
              <a:gs pos="35000">
                <a:srgbClr val="FFB4B4"/>
              </a:gs>
              <a:gs pos="100000">
                <a:srgbClr val="FFE0E0"/>
              </a:gs>
            </a:gsLst>
            <a:lin ang="16200000" scaled="1"/>
          </a:gradFill>
          <a:ln w="9525">
            <a:solidFill>
              <a:srgbClr val="BF0000"/>
            </a:solidFill>
            <a:round/>
          </a:ln>
          <a:effectLst>
            <a:outerShdw blurRad="39960" dist="20160" dir="5400000" rotWithShape="0">
              <a:srgbClr val="000000">
                <a:alpha val="3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0" strike="noStrike" spc="-1">
                <a:solidFill>
                  <a:schemeClr val="dk1"/>
                </a:solidFill>
                <a:latin typeface="Arial"/>
                <a:ea typeface="Arial"/>
              </a:rPr>
              <a:t>1.Identificacion de riesgos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4304434" name="Google Shape;302;p12"/>
          <p:cNvSpPr/>
          <p:nvPr/>
        </p:nvSpPr>
        <p:spPr bwMode="auto">
          <a:xfrm>
            <a:off x="8159760" y="1599120"/>
            <a:ext cx="1065240" cy="910080"/>
          </a:xfrm>
          <a:prstGeom prst="flowChartMultidocument">
            <a:avLst/>
          </a:prstGeom>
          <a:solidFill>
            <a:schemeClr val="lt1"/>
          </a:solidFill>
          <a:ln w="25400">
            <a:solidFill>
              <a:srgbClr val="9B2D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Listado de riesgos potenciales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91879112" name="Google Shape;303;p12"/>
          <p:cNvCxnSpPr/>
          <p:nvPr/>
        </p:nvCxnSpPr>
        <p:spPr bwMode="auto">
          <a:xfrm flipH="1">
            <a:off x="8873280" y="1112040"/>
            <a:ext cx="6120" cy="450000"/>
          </a:xfrm>
          <a:prstGeom prst="straightConnector1">
            <a:avLst/>
          </a:prstGeom>
          <a:ln w="25400">
            <a:solidFill>
              <a:srgbClr val="9B2D1F"/>
            </a:solidFill>
            <a:round/>
            <a:tailEnd type="triangle" w="med" len="med"/>
          </a:ln>
        </p:spPr>
      </p:cxnSp>
      <p:sp>
        <p:nvSpPr>
          <p:cNvPr id="322062826" name="Google Shape;304;p12"/>
          <p:cNvSpPr/>
          <p:nvPr/>
        </p:nvSpPr>
        <p:spPr bwMode="auto">
          <a:xfrm>
            <a:off x="6785640" y="3429000"/>
            <a:ext cx="4454640" cy="1983960"/>
          </a:xfrm>
          <a:prstGeom prst="flowChartAlternateProcess">
            <a:avLst/>
          </a:prstGeom>
          <a:solidFill>
            <a:schemeClr val="accent1"/>
          </a:solidFill>
          <a:ln w="25400">
            <a:solidFill>
              <a:srgbClr val="8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  <a:defRPr/>
            </a:pPr>
            <a:r>
              <a:rPr lang="es-ES" sz="1600" b="0" strike="noStrike" spc="-1">
                <a:solidFill>
                  <a:schemeClr val="lt1"/>
                </a:solidFill>
                <a:latin typeface="Calibri"/>
                <a:ea typeface="Calibri"/>
              </a:rPr>
              <a:t>1. Tamaño del producto</a:t>
            </a:r>
            <a:endParaRPr lang="es-ES" sz="16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600" b="0" strike="noStrike" spc="-1">
                <a:solidFill>
                  <a:schemeClr val="lt1"/>
                </a:solidFill>
                <a:latin typeface="Calibri"/>
                <a:ea typeface="Calibri"/>
              </a:rPr>
              <a:t>2. Impacto de negocio</a:t>
            </a:r>
            <a:endParaRPr lang="es-ES" sz="16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600" b="0" strike="noStrike" spc="-1">
                <a:solidFill>
                  <a:schemeClr val="lt1"/>
                </a:solidFill>
                <a:latin typeface="Calibri"/>
                <a:ea typeface="Calibri"/>
              </a:rPr>
              <a:t>3. Características de partes interesadas  </a:t>
            </a:r>
            <a:endParaRPr lang="es-ES" sz="16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600" b="0" strike="noStrike" spc="-1">
                <a:solidFill>
                  <a:schemeClr val="lt1"/>
                </a:solidFill>
                <a:latin typeface="Calibri"/>
                <a:ea typeface="Calibri"/>
              </a:rPr>
              <a:t>4. Definición del proceso  </a:t>
            </a:r>
            <a:endParaRPr lang="es-ES" sz="16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600" b="0" strike="noStrike" spc="-1">
                <a:solidFill>
                  <a:schemeClr val="lt1"/>
                </a:solidFill>
                <a:latin typeface="Calibri"/>
                <a:ea typeface="Calibri"/>
              </a:rPr>
              <a:t>5. Ambiente de desarrollo </a:t>
            </a:r>
            <a:endParaRPr lang="es-ES" sz="16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600" b="0" strike="noStrike" spc="-1">
                <a:solidFill>
                  <a:schemeClr val="lt1"/>
                </a:solidFill>
                <a:latin typeface="Calibri"/>
                <a:ea typeface="Calibri"/>
              </a:rPr>
              <a:t>6. Tecnología por crear</a:t>
            </a:r>
            <a:endParaRPr lang="es-ES" sz="16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600" b="0" strike="noStrike" spc="-1">
                <a:solidFill>
                  <a:schemeClr val="lt1"/>
                </a:solidFill>
                <a:latin typeface="Calibri"/>
                <a:ea typeface="Calibri"/>
              </a:rPr>
              <a:t>7. Tamaño y experiencia del personal </a:t>
            </a:r>
            <a:endParaRPr lang="es-E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384914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1. Identificación de riegos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94469013" name="PlaceHolder 2"/>
          <p:cNvSpPr>
            <a:spLocks noGrp="1"/>
          </p:cNvSpPr>
          <p:nvPr>
            <p:ph type="dt" idx="70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3070116" name="PlaceHolder 3"/>
          <p:cNvSpPr>
            <a:spLocks noGrp="1"/>
          </p:cNvSpPr>
          <p:nvPr>
            <p:ph type="sldNum" idx="71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41C724DA-D866-4069-B408-658309895E39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185117" name="Google Shape;170;p5"/>
          <p:cNvSpPr/>
          <p:nvPr/>
        </p:nvSpPr>
        <p:spPr bwMode="auto">
          <a:xfrm>
            <a:off x="1023840" y="1926720"/>
            <a:ext cx="10277280" cy="2268720"/>
          </a:xfrm>
          <a:custGeom>
            <a:avLst/>
            <a:gdLst>
              <a:gd name="textAreaLeft" fmla="*/ 0 w 10277280"/>
              <a:gd name="textAreaRight" fmla="*/ 10277640 w 10277280"/>
              <a:gd name="textAreaTop" fmla="*/ 0 h 2268720"/>
              <a:gd name="textAreaBottom" fmla="*/ 2269080 h 226872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8080" tIns="59040" rIns="118080" bIns="59040" anchor="t">
            <a:noAutofit/>
          </a:bodyPr>
          <a:p>
            <a:pPr marL="620640" indent="-620640" algn="just" defTabSz="457200">
              <a:lnSpc>
                <a:spcPct val="150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“</a:t>
            </a:r>
            <a:r>
              <a:rPr lang="es-E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Verdaderos riesgos”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marL="620640" indent="-620640" algn="just" defTabSz="457200">
              <a:lnSpc>
                <a:spcPct val="150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“</a:t>
            </a:r>
            <a:r>
              <a:rPr lang="es-E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Lista de comprobación de elementos de riesgo”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50000"/>
              </a:lnSpc>
              <a:defRPr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50000"/>
              </a:lnSpc>
              <a:defRPr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50000"/>
              </a:lnSpc>
              <a:defRPr/>
            </a:pP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  <a:p>
            <a:pPr marL="620640" indent="-620640" algn="just" defTabSz="457200">
              <a:lnSpc>
                <a:spcPct val="100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3200" b="0" strike="noStrike" spc="-1">
                <a:solidFill>
                  <a:srgbClr val="262626"/>
                </a:solidFill>
                <a:latin typeface="Calibri"/>
                <a:ea typeface="Calibri"/>
              </a:rPr>
              <a:t>Utiliza un enfoque de </a:t>
            </a:r>
            <a:r>
              <a:rPr lang="es-ES" sz="3200" b="0" i="1" strike="noStrike" spc="-1">
                <a:solidFill>
                  <a:srgbClr val="262626"/>
                </a:solidFill>
                <a:latin typeface="Calibri"/>
                <a:ea typeface="Calibri"/>
              </a:rPr>
              <a:t>tormenta de ideas</a:t>
            </a:r>
            <a:r>
              <a:rPr lang="es-ES" sz="3200" b="0" strike="noStrike" spc="-1">
                <a:solidFill>
                  <a:srgbClr val="262626"/>
                </a:solidFill>
                <a:latin typeface="Calibri"/>
                <a:ea typeface="Calibri"/>
              </a:rPr>
              <a:t> o en base a la </a:t>
            </a:r>
            <a:r>
              <a:rPr lang="es-ES" sz="3200" b="0" i="1" strike="noStrike" spc="-1">
                <a:solidFill>
                  <a:srgbClr val="262626"/>
                </a:solidFill>
                <a:latin typeface="Calibri"/>
                <a:ea typeface="Calibri"/>
              </a:rPr>
              <a:t>experiencia</a:t>
            </a:r>
            <a:r>
              <a:rPr lang="es-ES" sz="3200" b="0" strike="noStrike" spc="-1">
                <a:solidFill>
                  <a:srgbClr val="262626"/>
                </a:solidFill>
                <a:latin typeface="Calibri"/>
                <a:ea typeface="Calibri"/>
              </a:rPr>
              <a:t>.</a:t>
            </a:r>
            <a:r>
              <a:rPr lang="es-ES" sz="3200" b="0" strike="noStrike" spc="-1">
                <a:solidFill>
                  <a:schemeClr val="dk1"/>
                </a:solidFill>
                <a:latin typeface="Calibri"/>
                <a:ea typeface="Calibri"/>
              </a:rPr>
              <a:t>​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50000"/>
              </a:lnSpc>
              <a:defRPr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50000"/>
              </a:lnSpc>
              <a:defRPr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331858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69" dur="indefinite" restart="never" nodeType="tmRoot">
          <p:childTnLst>
            <p:seq>
              <p:cTn id="70" dur="indefinite" nodeType="mainSeq">
                <p:childTnLst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185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5" dur="500"/>
                                        <p:tgtEl>
                                          <p:spTgt spid="586185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185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0" dur="500"/>
                                        <p:tgtEl>
                                          <p:spTgt spid="586185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06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185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9" dur="500"/>
                                        <p:tgtEl>
                                          <p:spTgt spid="586185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4196270" name="Google Shape;301;p12"/>
          <p:cNvSpPr/>
          <p:nvPr/>
        </p:nvSpPr>
        <p:spPr bwMode="auto">
          <a:xfrm>
            <a:off x="8080200" y="235800"/>
            <a:ext cx="1820520" cy="910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9192"/>
              </a:gs>
              <a:gs pos="35000">
                <a:srgbClr val="FFB4B4"/>
              </a:gs>
              <a:gs pos="100000">
                <a:srgbClr val="FFE0E0"/>
              </a:gs>
            </a:gsLst>
            <a:lin ang="16200000" scaled="1"/>
          </a:gradFill>
          <a:ln w="9525">
            <a:solidFill>
              <a:srgbClr val="BF0000"/>
            </a:solidFill>
            <a:round/>
          </a:ln>
          <a:effectLst>
            <a:outerShdw blurRad="39960" dist="20160" dir="5400000" rotWithShape="0">
              <a:srgbClr val="000000">
                <a:alpha val="3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0" strike="noStrike" spc="-1">
                <a:solidFill>
                  <a:schemeClr val="dk1"/>
                </a:solidFill>
                <a:latin typeface="Arial"/>
                <a:ea typeface="Arial"/>
              </a:rPr>
              <a:t>1.Identificacion de riesgos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018294" name="Google Shape;302;p12"/>
          <p:cNvSpPr/>
          <p:nvPr/>
        </p:nvSpPr>
        <p:spPr bwMode="auto">
          <a:xfrm>
            <a:off x="8159760" y="1599120"/>
            <a:ext cx="1065240" cy="910080"/>
          </a:xfrm>
          <a:prstGeom prst="flowChartMultidocument">
            <a:avLst/>
          </a:prstGeom>
          <a:solidFill>
            <a:schemeClr val="lt1"/>
          </a:solidFill>
          <a:ln w="25400">
            <a:solidFill>
              <a:srgbClr val="9B2D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Listado de riesgos potenciales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93105783" name="Google Shape;303;p12"/>
          <p:cNvCxnSpPr/>
          <p:nvPr/>
        </p:nvCxnSpPr>
        <p:spPr bwMode="auto">
          <a:xfrm flipH="1">
            <a:off x="8873280" y="1112040"/>
            <a:ext cx="6120" cy="450000"/>
          </a:xfrm>
          <a:prstGeom prst="straightConnector1">
            <a:avLst/>
          </a:prstGeom>
          <a:ln w="25400">
            <a:solidFill>
              <a:srgbClr val="9B2D1F"/>
            </a:solidFill>
            <a:round/>
            <a:tailEnd type="triangle" w="med" len="med"/>
          </a:ln>
        </p:spPr>
      </p:cxnSp>
      <p:sp>
        <p:nvSpPr>
          <p:cNvPr id="784558925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1. Identificación de riegos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71004934" name="PlaceHolder 2"/>
          <p:cNvSpPr>
            <a:spLocks noGrp="1"/>
          </p:cNvSpPr>
          <p:nvPr>
            <p:ph type="dt" idx="72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6289421" name="PlaceHolder 3"/>
          <p:cNvSpPr>
            <a:spLocks noGrp="1"/>
          </p:cNvSpPr>
          <p:nvPr>
            <p:ph type="sldNum" idx="73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6819C351-C6AD-4A5B-A9FC-D720F98415BC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6677552" name="Google Shape;170;p5"/>
          <p:cNvSpPr/>
          <p:nvPr/>
        </p:nvSpPr>
        <p:spPr bwMode="auto">
          <a:xfrm>
            <a:off x="1023840" y="1926720"/>
            <a:ext cx="10277280" cy="2268720"/>
          </a:xfrm>
          <a:custGeom>
            <a:avLst/>
            <a:gdLst>
              <a:gd name="textAreaLeft" fmla="*/ 0 w 10277280"/>
              <a:gd name="textAreaRight" fmla="*/ 10277640 w 10277280"/>
              <a:gd name="textAreaTop" fmla="*/ 0 h 2268720"/>
              <a:gd name="textAreaBottom" fmla="*/ 2269080 h 226872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8080" tIns="59040" rIns="118080" bIns="59040" anchor="t">
            <a:noAutofit/>
          </a:bodyPr>
          <a:p>
            <a:pPr marL="620640" indent="-620640" algn="just" defTabSz="457200">
              <a:lnSpc>
                <a:spcPct val="150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Categorías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50000"/>
              </a:lnSpc>
              <a:defRPr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799133" name="Google Shape;312;p13"/>
          <p:cNvSpPr/>
          <p:nvPr/>
        </p:nvSpPr>
        <p:spPr bwMode="auto">
          <a:xfrm>
            <a:off x="2171520" y="2439360"/>
            <a:ext cx="8871120" cy="38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60280" indent="-78840" defTabSz="457200">
              <a:lnSpc>
                <a:spcPct val="85000"/>
              </a:lnSpc>
              <a:tabLst>
                <a:tab pos="0" algn="l"/>
              </a:tabLst>
              <a:defRPr/>
            </a:pPr>
            <a:endParaRPr lang="es-ES" sz="2800" b="0" strike="noStrike" spc="-1">
              <a:solidFill>
                <a:srgbClr val="000000"/>
              </a:solidFill>
              <a:latin typeface="Arial"/>
            </a:endParaRPr>
          </a:p>
          <a:p>
            <a:pPr marL="260280" lvl="1" indent="-256680" defTabSz="457200">
              <a:lnSpc>
                <a:spcPct val="85000"/>
              </a:lnSpc>
              <a:spcBef>
                <a:spcPts val="601"/>
              </a:spcBef>
              <a:buClr>
                <a:srgbClr val="C00000"/>
              </a:buClr>
              <a:buFont typeface="Arial"/>
              <a:buChar char=" "/>
              <a:tabLst>
                <a:tab pos="0" algn="l"/>
              </a:tabLst>
              <a:defRPr/>
            </a:pPr>
            <a:r>
              <a:rPr lang="es-ES" sz="2800" b="1" strike="noStrike" spc="-1">
                <a:solidFill>
                  <a:srgbClr val="262626"/>
                </a:solidFill>
                <a:latin typeface="Calibri"/>
                <a:ea typeface="Calibri"/>
              </a:rPr>
              <a:t>                 </a:t>
            </a:r>
            <a:r>
              <a:rPr lang="es-ES" sz="2800" b="1" strike="noStrike" spc="-1">
                <a:solidFill>
                  <a:srgbClr val="262626"/>
                </a:solidFill>
                <a:latin typeface="Calibri"/>
                <a:ea typeface="Calibri"/>
              </a:rPr>
              <a:t>Del proyecto</a:t>
            </a:r>
            <a:endParaRPr lang="es-ES" sz="2800" b="0" strike="noStrike" spc="-1">
              <a:solidFill>
                <a:srgbClr val="000000"/>
              </a:solidFill>
              <a:latin typeface="Arial"/>
            </a:endParaRPr>
          </a:p>
          <a:p>
            <a:pPr marL="260280" indent="-78840" defTabSz="457200">
              <a:lnSpc>
                <a:spcPct val="85000"/>
              </a:lnSpc>
              <a:spcBef>
                <a:spcPts val="601"/>
              </a:spcBef>
              <a:tabLst>
                <a:tab pos="0" algn="l"/>
              </a:tabLst>
              <a:defRPr/>
            </a:pPr>
            <a:endParaRPr lang="es-ES" sz="2800" b="0" strike="noStrike" spc="-1">
              <a:solidFill>
                <a:srgbClr val="000000"/>
              </a:solidFill>
              <a:latin typeface="Arial"/>
            </a:endParaRPr>
          </a:p>
          <a:p>
            <a:pPr marL="260280" indent="-78840" defTabSz="457200">
              <a:lnSpc>
                <a:spcPct val="85000"/>
              </a:lnSpc>
              <a:spcBef>
                <a:spcPts val="601"/>
              </a:spcBef>
              <a:tabLst>
                <a:tab pos="0" algn="l"/>
              </a:tabLst>
              <a:defRPr/>
            </a:pPr>
            <a:endParaRPr lang="es-ES" sz="2800" b="0" strike="noStrike" spc="-1">
              <a:solidFill>
                <a:srgbClr val="000000"/>
              </a:solidFill>
              <a:latin typeface="Arial"/>
            </a:endParaRPr>
          </a:p>
          <a:p>
            <a:pPr marL="260280" lvl="1" indent="-256680" defTabSz="457200">
              <a:lnSpc>
                <a:spcPct val="85000"/>
              </a:lnSpc>
              <a:spcBef>
                <a:spcPts val="601"/>
              </a:spcBef>
              <a:buClr>
                <a:srgbClr val="C00000"/>
              </a:buClr>
              <a:buFont typeface="Arial"/>
              <a:buChar char=" "/>
              <a:tabLst>
                <a:tab pos="0" algn="l"/>
              </a:tabLst>
              <a:defRPr/>
            </a:pPr>
            <a:r>
              <a:rPr lang="es-ES" sz="2800" b="1" strike="noStrike" spc="-1">
                <a:solidFill>
                  <a:srgbClr val="262626"/>
                </a:solidFill>
                <a:latin typeface="Calibri"/>
                <a:ea typeface="Calibri"/>
              </a:rPr>
              <a:t>                  </a:t>
            </a:r>
            <a:r>
              <a:rPr lang="es-ES" sz="2800" b="1" strike="noStrike" spc="-1">
                <a:solidFill>
                  <a:srgbClr val="262626"/>
                </a:solidFill>
                <a:latin typeface="Calibri"/>
                <a:ea typeface="Calibri"/>
              </a:rPr>
              <a:t>Del producto </a:t>
            </a:r>
            <a:endParaRPr lang="es-ES" sz="2800" b="0" strike="noStrike" spc="-1">
              <a:solidFill>
                <a:srgbClr val="000000"/>
              </a:solidFill>
              <a:latin typeface="Arial"/>
            </a:endParaRPr>
          </a:p>
          <a:p>
            <a:pPr marL="260280" indent="-78840" defTabSz="457200">
              <a:lnSpc>
                <a:spcPct val="85000"/>
              </a:lnSpc>
              <a:spcBef>
                <a:spcPts val="601"/>
              </a:spcBef>
              <a:tabLst>
                <a:tab pos="0" algn="l"/>
              </a:tabLst>
              <a:defRPr/>
            </a:pPr>
            <a:endParaRPr lang="es-ES" sz="2800" b="0" strike="noStrike" spc="-1">
              <a:solidFill>
                <a:srgbClr val="000000"/>
              </a:solidFill>
              <a:latin typeface="Arial"/>
            </a:endParaRPr>
          </a:p>
          <a:p>
            <a:pPr marL="260280" indent="-78840" defTabSz="457200">
              <a:lnSpc>
                <a:spcPct val="85000"/>
              </a:lnSpc>
              <a:spcBef>
                <a:spcPts val="601"/>
              </a:spcBef>
              <a:tabLst>
                <a:tab pos="0" algn="l"/>
              </a:tabLst>
              <a:defRPr/>
            </a:pPr>
            <a:endParaRPr lang="es-ES" sz="2800" b="0" strike="noStrike" spc="-1">
              <a:solidFill>
                <a:srgbClr val="000000"/>
              </a:solidFill>
              <a:latin typeface="Arial"/>
            </a:endParaRPr>
          </a:p>
          <a:p>
            <a:pPr marL="260280" lvl="1" indent="-256680" defTabSz="457200">
              <a:lnSpc>
                <a:spcPct val="85000"/>
              </a:lnSpc>
              <a:spcBef>
                <a:spcPts val="601"/>
              </a:spcBef>
              <a:buClr>
                <a:srgbClr val="C00000"/>
              </a:buClr>
              <a:buFont typeface="Arial"/>
              <a:buChar char=" "/>
              <a:tabLst>
                <a:tab pos="0" algn="l"/>
              </a:tabLst>
              <a:defRPr/>
            </a:pPr>
            <a:r>
              <a:rPr lang="es-ES" sz="2800" b="1" strike="noStrike" spc="-1">
                <a:solidFill>
                  <a:srgbClr val="262626"/>
                </a:solidFill>
                <a:latin typeface="Calibri"/>
                <a:ea typeface="Calibri"/>
              </a:rPr>
              <a:t>                </a:t>
            </a:r>
            <a:r>
              <a:rPr lang="es-ES" sz="2800" b="1" strike="noStrike" spc="-1">
                <a:solidFill>
                  <a:srgbClr val="262626"/>
                </a:solidFill>
                <a:latin typeface="Calibri"/>
                <a:ea typeface="Calibri"/>
              </a:rPr>
              <a:t>Del negocio </a:t>
            </a:r>
            <a:endParaRPr lang="es-ES" sz="2800" b="0" strike="noStrike" spc="-1">
              <a:solidFill>
                <a:srgbClr val="000000"/>
              </a:solidFill>
              <a:latin typeface="Arial"/>
            </a:endParaRPr>
          </a:p>
          <a:p>
            <a:pPr marL="411480" indent="-232920" defTabSz="457200">
              <a:lnSpc>
                <a:spcPct val="85000"/>
              </a:lnSpc>
              <a:spcBef>
                <a:spcPts val="601"/>
              </a:spcBef>
              <a:tabLst>
                <a:tab pos="0" algn="l"/>
              </a:tabLst>
              <a:defRPr/>
            </a:pPr>
            <a:endParaRPr lang="es-ES" sz="2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85000"/>
              </a:lnSpc>
              <a:spcBef>
                <a:spcPts val="1301"/>
              </a:spcBef>
              <a:tabLst>
                <a:tab pos="0" algn="l"/>
              </a:tabLst>
              <a:defRPr/>
            </a:pPr>
            <a:endParaRPr lang="es-ES" sz="2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85000"/>
              </a:lnSpc>
              <a:spcBef>
                <a:spcPts val="1301"/>
              </a:spcBef>
              <a:tabLst>
                <a:tab pos="0" algn="l"/>
              </a:tabLst>
              <a:defRPr/>
            </a:pPr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225964" name="Google Shape;314;p13"/>
          <p:cNvSpPr/>
          <p:nvPr/>
        </p:nvSpPr>
        <p:spPr bwMode="auto">
          <a:xfrm rot="3840000">
            <a:off x="2451600" y="2618280"/>
            <a:ext cx="1029600" cy="1010160"/>
          </a:xfrm>
          <a:prstGeom prst="ellipse">
            <a:avLst/>
          </a:prstGeom>
          <a:blipFill rotWithShape="0">
            <a:blip r:embed="rId3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0488399" name="Google Shape;315;p13"/>
          <p:cNvSpPr/>
          <p:nvPr/>
        </p:nvSpPr>
        <p:spPr bwMode="auto">
          <a:xfrm>
            <a:off x="2605320" y="5169240"/>
            <a:ext cx="892800" cy="902879"/>
          </a:xfrm>
          <a:prstGeom prst="ellipse">
            <a:avLst/>
          </a:prstGeom>
          <a:blipFill rotWithShape="0">
            <a:blip r:embed="rId4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017675" name="Google Shape;316;p13"/>
          <p:cNvSpPr/>
          <p:nvPr/>
        </p:nvSpPr>
        <p:spPr bwMode="auto">
          <a:xfrm>
            <a:off x="2514600" y="3865680"/>
            <a:ext cx="1035720" cy="1047240"/>
          </a:xfrm>
          <a:prstGeom prst="ellipse">
            <a:avLst/>
          </a:prstGeom>
          <a:blipFill rotWithShape="0">
            <a:blip r:embed="rId5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383498" name="Google Shape;317;p13"/>
          <p:cNvSpPr/>
          <p:nvPr/>
        </p:nvSpPr>
        <p:spPr bwMode="auto">
          <a:xfrm>
            <a:off x="6221880" y="2894400"/>
            <a:ext cx="600120" cy="3215519"/>
          </a:xfrm>
          <a:prstGeom prst="rightBrace">
            <a:avLst>
              <a:gd name="adj1" fmla="val 8333"/>
              <a:gd name="adj2" fmla="val 50000"/>
            </a:avLst>
          </a:prstGeom>
          <a:solidFill>
            <a:schemeClr val="lt1"/>
          </a:solidFill>
          <a:ln w="25400">
            <a:solidFill>
              <a:srgbClr val="9184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strike="noStrike" spc="-1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1032590053" name="Google Shape;318;p13"/>
          <p:cNvSpPr/>
          <p:nvPr/>
        </p:nvSpPr>
        <p:spPr bwMode="auto">
          <a:xfrm>
            <a:off x="7092720" y="3736080"/>
            <a:ext cx="27428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285840" indent="-285840" defTabSz="457200">
              <a:lnSpc>
                <a:spcPct val="100000"/>
              </a:lnSpc>
              <a:buClr>
                <a:srgbClr val="262626"/>
              </a:buClr>
              <a:buFont typeface="Noto Sans Symbols"/>
              <a:buChar char="❑"/>
              <a:defRPr/>
            </a:pPr>
            <a:r>
              <a:rPr lang="es-ES" sz="1800" b="0" i="1" strike="noStrike" spc="-1">
                <a:solidFill>
                  <a:srgbClr val="262626"/>
                </a:solidFill>
                <a:latin typeface="Calibri"/>
                <a:ea typeface="Calibri"/>
              </a:rPr>
              <a:t>Riesgos conocidos </a:t>
            </a:r>
            <a:r>
              <a:rPr lang="es-ES" sz="1800" b="0" strike="noStrike" spc="-1">
                <a:solidFill>
                  <a:schemeClr val="dk1"/>
                </a:solidFill>
                <a:latin typeface="Calibri"/>
                <a:ea typeface="Calibri"/>
              </a:rPr>
              <a:t>  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262626"/>
              </a:buClr>
              <a:buFont typeface="Noto Sans Symbols"/>
              <a:buChar char="❑"/>
              <a:defRPr/>
            </a:pPr>
            <a:r>
              <a:rPr lang="es-ES" sz="1800" b="0" i="1" strike="noStrike" spc="-1">
                <a:solidFill>
                  <a:srgbClr val="262626"/>
                </a:solidFill>
                <a:latin typeface="Calibri"/>
                <a:ea typeface="Calibri"/>
              </a:rPr>
              <a:t>Riesgos predecibles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262626"/>
              </a:buClr>
              <a:buFont typeface="Noto Sans Symbols"/>
              <a:buChar char="❑"/>
              <a:defRPr/>
            </a:pPr>
            <a:r>
              <a:rPr lang="es-ES" sz="1800" b="0" i="1" strike="noStrike" spc="-1">
                <a:solidFill>
                  <a:srgbClr val="262626"/>
                </a:solidFill>
                <a:latin typeface="Calibri"/>
                <a:ea typeface="Calibri"/>
              </a:rPr>
              <a:t>Riesgos impredecibles 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0374202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954929" name="Google Shape;301;p12"/>
          <p:cNvSpPr/>
          <p:nvPr/>
        </p:nvSpPr>
        <p:spPr bwMode="auto">
          <a:xfrm>
            <a:off x="8080200" y="235800"/>
            <a:ext cx="1820520" cy="910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9192"/>
              </a:gs>
              <a:gs pos="35000">
                <a:srgbClr val="FFB4B4"/>
              </a:gs>
              <a:gs pos="100000">
                <a:srgbClr val="FFE0E0"/>
              </a:gs>
            </a:gsLst>
            <a:lin ang="16200000" scaled="1"/>
          </a:gradFill>
          <a:ln w="9525">
            <a:solidFill>
              <a:srgbClr val="BF0000"/>
            </a:solidFill>
            <a:round/>
          </a:ln>
          <a:effectLst>
            <a:outerShdw blurRad="39960" dist="20160" dir="5400000" rotWithShape="0">
              <a:srgbClr val="000000">
                <a:alpha val="3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0" strike="noStrike" spc="-1">
                <a:solidFill>
                  <a:schemeClr val="dk1"/>
                </a:solidFill>
                <a:latin typeface="Arial"/>
                <a:ea typeface="Arial"/>
              </a:rPr>
              <a:t>1.Identificacion de riesgos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595709" name="Google Shape;302;p12"/>
          <p:cNvSpPr/>
          <p:nvPr/>
        </p:nvSpPr>
        <p:spPr bwMode="auto">
          <a:xfrm>
            <a:off x="8159760" y="1599120"/>
            <a:ext cx="1065240" cy="910080"/>
          </a:xfrm>
          <a:prstGeom prst="flowChartMultidocument">
            <a:avLst/>
          </a:prstGeom>
          <a:solidFill>
            <a:schemeClr val="lt1"/>
          </a:solidFill>
          <a:ln w="25400">
            <a:solidFill>
              <a:srgbClr val="9B2D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Listado de riesgos potenciales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33880682" name="Google Shape;303;p12"/>
          <p:cNvCxnSpPr/>
          <p:nvPr/>
        </p:nvCxnSpPr>
        <p:spPr bwMode="auto">
          <a:xfrm flipH="1">
            <a:off x="8873280" y="1112040"/>
            <a:ext cx="6120" cy="450000"/>
          </a:xfrm>
          <a:prstGeom prst="straightConnector1">
            <a:avLst/>
          </a:prstGeom>
          <a:ln w="25400">
            <a:solidFill>
              <a:srgbClr val="9B2D1F"/>
            </a:solidFill>
            <a:round/>
            <a:tailEnd type="triangle" w="med" len="med"/>
          </a:ln>
        </p:spPr>
      </p:cxnSp>
      <p:sp>
        <p:nvSpPr>
          <p:cNvPr id="1176818033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1. Identificación de riegos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41342075" name="PlaceHolder 2"/>
          <p:cNvSpPr>
            <a:spLocks noGrp="1"/>
          </p:cNvSpPr>
          <p:nvPr>
            <p:ph type="dt" idx="74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7597648" name="PlaceHolder 3"/>
          <p:cNvSpPr>
            <a:spLocks noGrp="1"/>
          </p:cNvSpPr>
          <p:nvPr>
            <p:ph type="sldNum" idx="75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8EC721A6-8CE1-4AA6-B16B-F3292BC080FC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996679" name="Google Shape;170;p5"/>
          <p:cNvSpPr/>
          <p:nvPr/>
        </p:nvSpPr>
        <p:spPr bwMode="auto">
          <a:xfrm>
            <a:off x="1023840" y="1573920"/>
            <a:ext cx="10277280" cy="2268720"/>
          </a:xfrm>
          <a:custGeom>
            <a:avLst/>
            <a:gdLst>
              <a:gd name="textAreaLeft" fmla="*/ 0 w 10277280"/>
              <a:gd name="textAreaRight" fmla="*/ 10277640 w 10277280"/>
              <a:gd name="textAreaTop" fmla="*/ 0 h 2268720"/>
              <a:gd name="textAreaBottom" fmla="*/ 2269080 h 226872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8080" tIns="59040" rIns="118080" bIns="59040" anchor="t">
            <a:noAutofit/>
          </a:bodyPr>
          <a:p>
            <a:pPr marL="620640" indent="-620640" algn="just" defTabSz="457200">
              <a:lnSpc>
                <a:spcPct val="150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3200" b="0" strike="noStrike" spc="-1">
                <a:solidFill>
                  <a:schemeClr val="dk1"/>
                </a:solidFill>
                <a:latin typeface="Calibri"/>
                <a:ea typeface="Calibri"/>
              </a:rPr>
              <a:t>Preguntas: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marL="272880" indent="-176040" defTabSz="457200">
              <a:lnSpc>
                <a:spcPct val="150000"/>
              </a:lnSpc>
              <a:buClr>
                <a:srgbClr val="C00000"/>
              </a:buClr>
              <a:buFont typeface="Noto Sans Symbols"/>
              <a:buChar char="✔"/>
              <a:defRPr/>
            </a:pPr>
            <a:r>
              <a:rPr lang="es-ES" sz="1400" b="0" strike="noStrike" spc="-1">
                <a:solidFill>
                  <a:schemeClr val="dk1"/>
                </a:solidFill>
                <a:latin typeface="Calibri"/>
                <a:ea typeface="Calibri"/>
              </a:rPr>
              <a:t> </a:t>
            </a:r>
            <a:r>
              <a:rPr lang="es-ES" sz="1400" b="0" strike="noStrike" spc="-1">
                <a:solidFill>
                  <a:schemeClr val="dk1"/>
                </a:solidFill>
                <a:latin typeface="Calibri"/>
                <a:ea typeface="Calibri"/>
              </a:rPr>
              <a:t>¿Los gerentes de software y de cliente se reunieron formalmente para apoyar el proyecto?</a:t>
            </a: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  <a:p>
            <a:pPr marL="272880" indent="-176040" defTabSz="457200">
              <a:lnSpc>
                <a:spcPct val="150000"/>
              </a:lnSpc>
              <a:buClr>
                <a:srgbClr val="C00000"/>
              </a:buClr>
              <a:buFont typeface="Noto Sans Symbols"/>
              <a:buChar char="✔"/>
              <a:defRPr/>
            </a:pPr>
            <a:r>
              <a:rPr lang="es-ES" sz="1400" b="0" strike="noStrike" spc="-1">
                <a:solidFill>
                  <a:schemeClr val="dk1"/>
                </a:solidFill>
                <a:latin typeface="Calibri"/>
                <a:ea typeface="Calibri"/>
              </a:rPr>
              <a:t>¿Los usuarios finales se comprometen con el proyecto y sistema/producto que se va a construir?</a:t>
            </a: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  <a:p>
            <a:pPr marL="272880" indent="-176040" defTabSz="457200">
              <a:lnSpc>
                <a:spcPct val="150000"/>
              </a:lnSpc>
              <a:buClr>
                <a:srgbClr val="C00000"/>
              </a:buClr>
              <a:buFont typeface="Noto Sans Symbols"/>
              <a:buChar char="✔"/>
              <a:defRPr/>
            </a:pPr>
            <a:r>
              <a:rPr lang="es-ES" sz="1400" b="0" strike="noStrike" spc="-1">
                <a:solidFill>
                  <a:schemeClr val="dk1"/>
                </a:solidFill>
                <a:latin typeface="Calibri"/>
                <a:ea typeface="Calibri"/>
              </a:rPr>
              <a:t>¿El equipo y sus clientes entienden por completo los requisitos?</a:t>
            </a: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  <a:p>
            <a:pPr marL="272880" indent="-176040" defTabSz="457200">
              <a:lnSpc>
                <a:spcPct val="150000"/>
              </a:lnSpc>
              <a:buClr>
                <a:srgbClr val="C00000"/>
              </a:buClr>
              <a:buFont typeface="Noto Sans Symbols"/>
              <a:buChar char="✔"/>
              <a:defRPr/>
            </a:pPr>
            <a:r>
              <a:rPr lang="es-ES" sz="1400" b="0" strike="noStrike" spc="-1">
                <a:solidFill>
                  <a:schemeClr val="dk1"/>
                </a:solidFill>
                <a:latin typeface="Calibri"/>
                <a:ea typeface="Calibri"/>
              </a:rPr>
              <a:t>¿Los clientes se involucraron plenamente en la definición de los requisitos?</a:t>
            </a: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  <a:p>
            <a:pPr marL="272880" indent="-176040" defTabSz="457200">
              <a:lnSpc>
                <a:spcPct val="150000"/>
              </a:lnSpc>
              <a:buClr>
                <a:srgbClr val="C00000"/>
              </a:buClr>
              <a:buFont typeface="Noto Sans Symbols"/>
              <a:buChar char="✔"/>
              <a:defRPr/>
            </a:pPr>
            <a:r>
              <a:rPr lang="es-ES" sz="1400" b="0" strike="noStrike" spc="-1">
                <a:solidFill>
                  <a:schemeClr val="dk1"/>
                </a:solidFill>
                <a:latin typeface="Calibri"/>
                <a:ea typeface="Calibri"/>
              </a:rPr>
              <a:t>¿Los usuarios finales tienen expectativas realistas?</a:t>
            </a: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  <a:p>
            <a:pPr marL="272880" indent="-176040" defTabSz="457200">
              <a:lnSpc>
                <a:spcPct val="150000"/>
              </a:lnSpc>
              <a:buClr>
                <a:srgbClr val="C00000"/>
              </a:buClr>
              <a:buFont typeface="Noto Sans Symbols"/>
              <a:buChar char="✔"/>
              <a:defRPr/>
            </a:pPr>
            <a:r>
              <a:rPr lang="es-ES" sz="1400" b="0" strike="noStrike" spc="-1">
                <a:solidFill>
                  <a:schemeClr val="dk1"/>
                </a:solidFill>
                <a:latin typeface="Calibri"/>
                <a:ea typeface="Calibri"/>
              </a:rPr>
              <a:t>¿El ámbito del proyecto es estable?</a:t>
            </a: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  <a:p>
            <a:pPr marL="272880" indent="-176040" defTabSz="457200">
              <a:lnSpc>
                <a:spcPct val="150000"/>
              </a:lnSpc>
              <a:buClr>
                <a:srgbClr val="C00000"/>
              </a:buClr>
              <a:buFont typeface="Noto Sans Symbols"/>
              <a:buChar char="✔"/>
              <a:defRPr/>
            </a:pPr>
            <a:r>
              <a:rPr lang="es-ES" sz="1400" b="0" strike="noStrike" spc="-1">
                <a:solidFill>
                  <a:schemeClr val="dk1"/>
                </a:solidFill>
                <a:latin typeface="Calibri"/>
                <a:ea typeface="Calibri"/>
              </a:rPr>
              <a:t>¿El equipo tiene la mezcla correcta de habilidades?</a:t>
            </a: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  <a:p>
            <a:pPr marL="272880" indent="-176040" defTabSz="457200">
              <a:lnSpc>
                <a:spcPct val="150000"/>
              </a:lnSpc>
              <a:buClr>
                <a:srgbClr val="C00000"/>
              </a:buClr>
              <a:buFont typeface="Noto Sans Symbols"/>
              <a:buChar char="✔"/>
              <a:defRPr/>
            </a:pPr>
            <a:r>
              <a:rPr lang="es-ES" sz="1400" b="0" strike="noStrike" spc="-1">
                <a:solidFill>
                  <a:schemeClr val="dk1"/>
                </a:solidFill>
                <a:latin typeface="Calibri"/>
                <a:ea typeface="Calibri"/>
              </a:rPr>
              <a:t>¿Los requisitos del proyecto son estables?</a:t>
            </a: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  <a:p>
            <a:pPr marL="272880" indent="-176040" defTabSz="457200">
              <a:lnSpc>
                <a:spcPct val="150000"/>
              </a:lnSpc>
              <a:buClr>
                <a:srgbClr val="C00000"/>
              </a:buClr>
              <a:buFont typeface="Noto Sans Symbols"/>
              <a:buChar char="✔"/>
              <a:defRPr/>
            </a:pPr>
            <a:r>
              <a:rPr lang="es-ES" sz="1400" b="0" strike="noStrike" spc="-1">
                <a:solidFill>
                  <a:schemeClr val="dk1"/>
                </a:solidFill>
                <a:latin typeface="Calibri"/>
                <a:ea typeface="Calibri"/>
              </a:rPr>
              <a:t>¿El equipo tiene experiencia con la tecnología que se va a implementar?</a:t>
            </a: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  <a:p>
            <a:pPr marL="272880" indent="-176040" defTabSz="457200">
              <a:lnSpc>
                <a:spcPct val="150000"/>
              </a:lnSpc>
              <a:buClr>
                <a:srgbClr val="C00000"/>
              </a:buClr>
              <a:buFont typeface="Noto Sans Symbols"/>
              <a:buChar char="✔"/>
              <a:defRPr/>
            </a:pPr>
            <a:r>
              <a:rPr lang="es-ES" sz="1400" b="0" strike="noStrike" spc="-1">
                <a:solidFill>
                  <a:schemeClr val="dk1"/>
                </a:solidFill>
                <a:latin typeface="Calibri"/>
                <a:ea typeface="Calibri"/>
              </a:rPr>
              <a:t>¿El número de personas que hay en el equipo es adecuado para hacer el trabajo?</a:t>
            </a: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  <a:p>
            <a:pPr marL="272880" indent="-176040" defTabSz="457200">
              <a:lnSpc>
                <a:spcPct val="150000"/>
              </a:lnSpc>
              <a:buClr>
                <a:srgbClr val="C00000"/>
              </a:buClr>
              <a:buFont typeface="Noto Sans Symbols"/>
              <a:buChar char="✔"/>
              <a:defRPr/>
            </a:pPr>
            <a:r>
              <a:rPr lang="es-ES" sz="1400" b="0" strike="noStrike" spc="-1">
                <a:solidFill>
                  <a:schemeClr val="dk1"/>
                </a:solidFill>
                <a:latin typeface="Calibri"/>
                <a:ea typeface="Calibri"/>
              </a:rPr>
              <a:t>¿Todos los clientes/usuarios están de acuerdo en la importancia del proyecto y en los requisitos </a:t>
            </a: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  <a:p>
            <a:pPr marL="95400" indent="177840" defTabSz="457200">
              <a:lnSpc>
                <a:spcPct val="150000"/>
              </a:lnSpc>
              <a:tabLst>
                <a:tab pos="0" algn="l"/>
              </a:tabLst>
              <a:defRPr/>
            </a:pPr>
            <a:r>
              <a:rPr lang="es-ES" sz="1400" b="0" strike="noStrike" spc="-1">
                <a:solidFill>
                  <a:schemeClr val="dk1"/>
                </a:solidFill>
                <a:latin typeface="Calibri"/>
                <a:ea typeface="Calibri"/>
              </a:rPr>
              <a:t>para el sistema/producto que se va a construir?</a:t>
            </a: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681402" name="Google Shape;329;p14"/>
          <p:cNvSpPr/>
          <p:nvPr/>
        </p:nvSpPr>
        <p:spPr bwMode="auto">
          <a:xfrm>
            <a:off x="7730640" y="2977920"/>
            <a:ext cx="4365000" cy="3015720"/>
          </a:xfrm>
          <a:prstGeom prst="rect">
            <a:avLst/>
          </a:prstGeom>
          <a:solidFill>
            <a:srgbClr val="CC5E5E"/>
          </a:solidFill>
          <a:ln w="9525">
            <a:solidFill>
              <a:srgbClr val="BF0000"/>
            </a:solidFill>
            <a:round/>
          </a:ln>
          <a:effectLst>
            <a:outerShdw blurRad="39960" dist="20160" dir="5400000" rotWithShape="0">
              <a:srgbClr val="000000">
                <a:alpha val="3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2400" b="0" strike="noStrike" spc="-1">
                <a:solidFill>
                  <a:schemeClr val="lt1"/>
                </a:solidFill>
                <a:latin typeface="Calibri"/>
                <a:ea typeface="Calibri"/>
              </a:rPr>
              <a:t>Si la respuesta a alguna de estas preguntas es negativa, estamos frente a un/unos riesgo/s inminente/s. </a:t>
            </a:r>
            <a:endParaRPr lang="es-ES" sz="24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2400" b="0" strike="noStrike" spc="-1">
                <a:solidFill>
                  <a:schemeClr val="lt1"/>
                </a:solidFill>
                <a:latin typeface="Calibri"/>
                <a:ea typeface="Calibri"/>
              </a:rPr>
              <a:t>El grado de riesgo es directamente proporcional al nro. de respuestas negativas.</a:t>
            </a:r>
            <a:endParaRPr lang="es-E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649164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90" dur="indefinite" restart="never" nodeType="tmRoot">
          <p:childTnLst>
            <p:seq>
              <p:cTn id="91" dur="indefinite" nodeType="mainSeq">
                <p:childTnLst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68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65568" name="Google Shape;339;p15"/>
          <p:cNvSpPr/>
          <p:nvPr/>
        </p:nvSpPr>
        <p:spPr bwMode="auto">
          <a:xfrm>
            <a:off x="2031480" y="1998000"/>
            <a:ext cx="3497040" cy="37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endParaRPr lang="en-US" sz="2400" b="0" strike="noStrike" spc="-1">
              <a:solidFill>
                <a:srgbClr val="262626"/>
              </a:solidFill>
              <a:latin typeface="Calibri"/>
              <a:ea typeface="Calibri"/>
            </a:endParaRPr>
          </a:p>
        </p:txBody>
      </p:sp>
      <p:pic>
        <p:nvPicPr>
          <p:cNvPr id="706631385" name="Google Shape;341;p15" descr=""/>
          <p:cNvPicPr/>
          <p:nvPr/>
        </p:nvPicPr>
        <p:blipFill rotWithShape="1">
          <a:blip r:embed="rId3"/>
          <a:stretch/>
        </p:blipFill>
        <p:spPr bwMode="auto">
          <a:xfrm>
            <a:off x="1500120" y="1752840"/>
            <a:ext cx="9191520" cy="4532040"/>
          </a:xfrm>
          <a:prstGeom prst="rect">
            <a:avLst/>
          </a:prstGeom>
          <a:ln w="0">
            <a:noFill/>
          </a:ln>
          <a:effectLst>
            <a:outerShdw blurRad="291960" dist="138988" dir="2700000" algn="tl" rotWithShape="0">
              <a:srgbClr val="333333">
                <a:alpha val="64000"/>
              </a:srgbClr>
            </a:outerShdw>
          </a:effectLst>
        </p:spPr>
      </p:pic>
      <p:sp>
        <p:nvSpPr>
          <p:cNvPr id="1673593071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Categorización de los riesgos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3833276" name="PlaceHolder 2"/>
          <p:cNvSpPr>
            <a:spLocks noGrp="1"/>
          </p:cNvSpPr>
          <p:nvPr>
            <p:ph type="dt" idx="76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8774068" name="PlaceHolder 3"/>
          <p:cNvSpPr>
            <a:spLocks noGrp="1"/>
          </p:cNvSpPr>
          <p:nvPr>
            <p:ph type="sldNum" idx="77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B2E4162B-CDE3-476D-B4E8-CB725BCA1324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8139011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557943720" name="Google Shape;348;p16"/>
          <p:cNvGraphicFramePr>
            <a:graphicFrameLocks xmlns:a="http://schemas.openxmlformats.org/drawingml/2006/main"/>
          </p:cNvGraphicFramePr>
          <p:nvPr/>
        </p:nvGraphicFramePr>
        <p:xfrm rot="0">
          <a:off x="2333519" y="4195800"/>
          <a:ext cx="8290800" cy="253296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234880"/>
                <a:gridCol w="2155680"/>
                <a:gridCol w="2306880"/>
                <a:gridCol w="1592640"/>
              </a:tblGrid>
              <a:tr h="69732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2000" b="0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1ra Columna</a:t>
                      </a:r>
                      <a:endParaRPr lang="es-ES" sz="20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B84444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2000" b="0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2da columna</a:t>
                      </a:r>
                      <a:endParaRPr lang="es-ES" sz="20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B84444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2000" b="0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3ra columna</a:t>
                      </a:r>
                      <a:endParaRPr lang="es-ES" sz="20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B84444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2000" b="0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4ta columna</a:t>
                      </a:r>
                      <a:endParaRPr lang="es-ES" sz="20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B84444"/>
                    </a:solidFill>
                  </a:tcPr>
                </a:tc>
              </a:tr>
              <a:tr h="130392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todos los riesgos, en desorden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pos="0" algn="l"/>
                        </a:tabLst>
                        <a:defRPr/>
                      </a:pP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categoría del riesgo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probabilidad estimada del riesgo (por consenso, o individualmente y sacar un promedio)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impacto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64252369" name="Google Shape;349;p16"/>
          <p:cNvSpPr/>
          <p:nvPr/>
        </p:nvSpPr>
        <p:spPr bwMode="auto">
          <a:xfrm>
            <a:off x="7973640" y="287280"/>
            <a:ext cx="1927080" cy="784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3E1A8"/>
              </a:gs>
              <a:gs pos="35000">
                <a:srgbClr val="D3E9C1"/>
              </a:gs>
              <a:gs pos="100000">
                <a:srgbClr val="EDF8E6"/>
              </a:gs>
            </a:gsLst>
            <a:lin ang="16200000" scaled="1"/>
          </a:gradFill>
          <a:ln w="9525">
            <a:solidFill>
              <a:srgbClr val="60871B"/>
            </a:solidFill>
            <a:round/>
          </a:ln>
          <a:effectLst>
            <a:outerShdw blurRad="39960" dist="20160" dir="5400000" rotWithShape="0">
              <a:srgbClr val="000000">
                <a:alpha val="3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0" strike="noStrike" spc="-1">
                <a:solidFill>
                  <a:srgbClr val="000000"/>
                </a:solidFill>
                <a:latin typeface="Arial"/>
                <a:ea typeface="Arial"/>
              </a:rPr>
              <a:t>2.Análisis de riesgos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141522" name="Google Shape;350;p16"/>
          <p:cNvSpPr/>
          <p:nvPr/>
        </p:nvSpPr>
        <p:spPr bwMode="auto">
          <a:xfrm>
            <a:off x="8305560" y="1593360"/>
            <a:ext cx="1181520" cy="609840"/>
          </a:xfrm>
          <a:prstGeom prst="flowChartDocument">
            <a:avLst/>
          </a:prstGeom>
          <a:solidFill>
            <a:schemeClr val="lt1"/>
          </a:solidFill>
          <a:ln w="25400">
            <a:solidFill>
              <a:srgbClr val="9184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Listado de priorización de riesgos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124192572" name="Google Shape;351;p16"/>
          <p:cNvCxnSpPr/>
          <p:nvPr/>
        </p:nvCxnSpPr>
        <p:spPr bwMode="auto">
          <a:xfrm flipH="1">
            <a:off x="8892720" y="1134720"/>
            <a:ext cx="6120" cy="449640"/>
          </a:xfrm>
          <a:prstGeom prst="straightConnector1">
            <a:avLst/>
          </a:prstGeom>
          <a:ln w="25400">
            <a:solidFill>
              <a:srgbClr val="918485"/>
            </a:solidFill>
            <a:round/>
            <a:tailEnd type="triangle" w="med" len="med"/>
          </a:ln>
        </p:spPr>
      </p:cxnSp>
      <p:graphicFrame>
        <p:nvGraphicFramePr>
          <p:cNvPr id="1924019580" name="Google Shape;352;p16"/>
          <p:cNvGraphicFramePr>
            <a:graphicFrameLocks xmlns:a="http://schemas.openxmlformats.org/drawingml/2006/main"/>
          </p:cNvGraphicFramePr>
          <p:nvPr/>
        </p:nvGraphicFramePr>
        <p:xfrm rot="0">
          <a:off x="2333519" y="4195800"/>
          <a:ext cx="8290800" cy="215892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971880"/>
                <a:gridCol w="1301759"/>
                <a:gridCol w="1816920"/>
                <a:gridCol w="1199520"/>
              </a:tblGrid>
              <a:tr h="37512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2000" b="0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Riesgos</a:t>
                      </a:r>
                      <a:endParaRPr lang="es-ES" sz="20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B84444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2000" b="0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Categoría</a:t>
                      </a:r>
                      <a:endParaRPr lang="es-ES" sz="20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B84444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2000" b="0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Probabilidad</a:t>
                      </a:r>
                      <a:endParaRPr lang="es-ES" sz="20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B84444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2000" b="0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Impacto</a:t>
                      </a:r>
                      <a:endParaRPr lang="es-ES" sz="20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B84444"/>
                    </a:solidFill>
                  </a:tcPr>
                </a:tc>
              </a:tr>
              <a:tr h="65844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80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El cliente cambiará los requisitos</a:t>
                      </a:r>
                      <a:endParaRPr lang="es-E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65844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80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Falta de formación en las herramientas</a:t>
                      </a:r>
                      <a:endParaRPr lang="es-E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8989695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2. Análisis de riesgos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3972050" name="PlaceHolder 2"/>
          <p:cNvSpPr>
            <a:spLocks noGrp="1"/>
          </p:cNvSpPr>
          <p:nvPr>
            <p:ph type="dt" idx="78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212306" name="PlaceHolder 3"/>
          <p:cNvSpPr>
            <a:spLocks noGrp="1"/>
          </p:cNvSpPr>
          <p:nvPr>
            <p:ph type="sldNum" idx="79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E62F755-4C46-4C3E-B564-EC4D81357316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9282874" name="Google Shape;170;p5"/>
          <p:cNvSpPr/>
          <p:nvPr/>
        </p:nvSpPr>
        <p:spPr bwMode="auto">
          <a:xfrm>
            <a:off x="1023840" y="1926720"/>
            <a:ext cx="10277280" cy="2268720"/>
          </a:xfrm>
          <a:custGeom>
            <a:avLst/>
            <a:gdLst>
              <a:gd name="textAreaLeft" fmla="*/ 0 w 10277280"/>
              <a:gd name="textAreaRight" fmla="*/ 10277640 w 10277280"/>
              <a:gd name="textAreaTop" fmla="*/ 0 h 2268720"/>
              <a:gd name="textAreaBottom" fmla="*/ 2269080 h 226872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8080" tIns="59040" rIns="118080" bIns="59040" anchor="t">
            <a:noAutofit/>
          </a:bodyPr>
          <a:p>
            <a:pPr marL="620640" indent="-620640" algn="just" defTabSz="457200">
              <a:lnSpc>
                <a:spcPct val="100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Cada riesgo identificado requiere: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marL="801720" lvl="1" indent="-344520" algn="just" defTabSz="457200">
              <a:lnSpc>
                <a:spcPct val="100000"/>
              </a:lnSpc>
              <a:buClr>
                <a:srgbClr val="C00000"/>
              </a:buClr>
              <a:buFont typeface="Arial"/>
              <a:buChar char="•"/>
              <a:defRPr/>
            </a:pPr>
            <a:r>
              <a:rPr lang="es-E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Probabilidad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marL="801720" lvl="1" indent="-344520" algn="just" defTabSz="457200">
              <a:lnSpc>
                <a:spcPct val="100000"/>
              </a:lnSpc>
              <a:buClr>
                <a:srgbClr val="C00000"/>
              </a:buClr>
              <a:buFont typeface="Arial"/>
              <a:buChar char="•"/>
              <a:defRPr/>
            </a:pPr>
            <a:r>
              <a:rPr lang="es-E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Impacto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marL="620640" indent="-620640" algn="just" defTabSz="457200">
              <a:lnSpc>
                <a:spcPct val="100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Se construye la tabla de riesgos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defRPr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895702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96" dur="indefinite" restart="never" nodeType="tmRoot">
          <p:childTnLst>
            <p:seq>
              <p:cTn id="97" dur="indefinite" nodeType="mainSeq">
                <p:childTnLst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282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2" dur="500"/>
                                        <p:tgtEl>
                                          <p:spTgt spid="1349282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94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5" dur="500"/>
                                        <p:tgtEl>
                                          <p:spTgt spid="55794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 additive="repl">
                                        <p:cTn id="109" dur="500"/>
                                        <p:tgtEl>
                                          <p:spTgt spid="5579437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794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1"/>
                            </p:stCondLst>
                            <p:childTnLst>
                              <p:par>
                                <p:cTn id="112" presetID="10" presetClass="entr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01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4" dur="500"/>
                                        <p:tgtEl>
                                          <p:spTgt spid="1924019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314097" name="Google Shape;349;p16"/>
          <p:cNvSpPr/>
          <p:nvPr/>
        </p:nvSpPr>
        <p:spPr bwMode="auto">
          <a:xfrm>
            <a:off x="7973640" y="287280"/>
            <a:ext cx="1927080" cy="784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3E1A8"/>
              </a:gs>
              <a:gs pos="35000">
                <a:srgbClr val="D3E9C1"/>
              </a:gs>
              <a:gs pos="100000">
                <a:srgbClr val="EDF8E6"/>
              </a:gs>
            </a:gsLst>
            <a:lin ang="16200000" scaled="1"/>
          </a:gradFill>
          <a:ln w="9525">
            <a:solidFill>
              <a:srgbClr val="60871B"/>
            </a:solidFill>
            <a:round/>
          </a:ln>
          <a:effectLst>
            <a:outerShdw blurRad="39960" dist="20160" dir="5400000" rotWithShape="0">
              <a:srgbClr val="000000">
                <a:alpha val="3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0" strike="noStrike" spc="-1">
                <a:solidFill>
                  <a:srgbClr val="000000"/>
                </a:solidFill>
                <a:latin typeface="Arial"/>
                <a:ea typeface="Arial"/>
              </a:rPr>
              <a:t>2.Análisis de riesgos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5534149" name="Google Shape;350;p16"/>
          <p:cNvSpPr/>
          <p:nvPr/>
        </p:nvSpPr>
        <p:spPr bwMode="auto">
          <a:xfrm>
            <a:off x="8305560" y="1593360"/>
            <a:ext cx="1181520" cy="609840"/>
          </a:xfrm>
          <a:prstGeom prst="flowChartDocument">
            <a:avLst/>
          </a:prstGeom>
          <a:solidFill>
            <a:schemeClr val="lt1"/>
          </a:solidFill>
          <a:ln w="25400">
            <a:solidFill>
              <a:srgbClr val="9184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Listado de priorización de riesgos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01966535" name="Google Shape;351;p16"/>
          <p:cNvCxnSpPr/>
          <p:nvPr/>
        </p:nvCxnSpPr>
        <p:spPr bwMode="auto">
          <a:xfrm flipH="1">
            <a:off x="8892720" y="1134720"/>
            <a:ext cx="6120" cy="449640"/>
          </a:xfrm>
          <a:prstGeom prst="straightConnector1">
            <a:avLst/>
          </a:prstGeom>
          <a:ln w="25400">
            <a:solidFill>
              <a:srgbClr val="918485"/>
            </a:solidFill>
            <a:round/>
            <a:tailEnd type="triangle" w="med" len="med"/>
          </a:ln>
        </p:spPr>
      </p:cxnSp>
      <p:graphicFrame>
        <p:nvGraphicFramePr>
          <p:cNvPr id="1554749809" name="Google Shape;352;p16"/>
          <p:cNvGraphicFramePr>
            <a:graphicFrameLocks xmlns:a="http://schemas.openxmlformats.org/drawingml/2006/main"/>
          </p:cNvGraphicFramePr>
          <p:nvPr/>
        </p:nvGraphicFramePr>
        <p:xfrm rot="0">
          <a:off x="2333519" y="4791600"/>
          <a:ext cx="8290800" cy="205524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971880"/>
                <a:gridCol w="1301759"/>
                <a:gridCol w="1816920"/>
                <a:gridCol w="1199520"/>
              </a:tblGrid>
              <a:tr h="37512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2000" b="0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Riesgos</a:t>
                      </a:r>
                      <a:endParaRPr lang="es-ES" sz="20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B84444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2000" b="0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Categoría</a:t>
                      </a:r>
                      <a:endParaRPr lang="es-ES" sz="20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B84444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2000" b="0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Probabilidad</a:t>
                      </a:r>
                      <a:endParaRPr lang="es-ES" sz="20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B84444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2000" b="0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Impacto</a:t>
                      </a:r>
                      <a:endParaRPr lang="es-ES" sz="20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B84444"/>
                    </a:solidFill>
                  </a:tcPr>
                </a:tc>
              </a:tr>
              <a:tr h="55476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80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El cliente cambiará los requisitos</a:t>
                      </a:r>
                      <a:endParaRPr lang="es-E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80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Proy</a:t>
                      </a:r>
                      <a:endParaRPr lang="es-E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800" b="0" strike="noStrike" spc="-1">
                          <a:solidFill>
                            <a:srgbClr val="000000"/>
                          </a:solidFill>
                          <a:latin typeface="Calibri"/>
                          <a:ea typeface="Arial"/>
                        </a:rPr>
                        <a:t>80%</a:t>
                      </a:r>
                      <a:endParaRPr lang="es-E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53820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80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Falta de formación en las herramientas</a:t>
                      </a:r>
                      <a:endParaRPr lang="es-E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80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Proy</a:t>
                      </a:r>
                      <a:endParaRPr lang="es-E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800" b="0" strike="noStrike" spc="-1">
                          <a:solidFill>
                            <a:srgbClr val="000000"/>
                          </a:solidFill>
                          <a:latin typeface="Calibri"/>
                          <a:ea typeface="Arial"/>
                        </a:rPr>
                        <a:t>80%</a:t>
                      </a:r>
                      <a:endParaRPr lang="es-E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65181585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2. Análisis de riesgos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18281239" name="PlaceHolder 2"/>
          <p:cNvSpPr>
            <a:spLocks noGrp="1"/>
          </p:cNvSpPr>
          <p:nvPr>
            <p:ph type="dt" idx="80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2703104" name="PlaceHolder 3"/>
          <p:cNvSpPr>
            <a:spLocks noGrp="1"/>
          </p:cNvSpPr>
          <p:nvPr>
            <p:ph type="sldNum" idx="81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A52CBA7B-4B5B-431F-8278-E2775881544F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1898258" name="Google Shape;170;p5"/>
          <p:cNvSpPr/>
          <p:nvPr/>
        </p:nvSpPr>
        <p:spPr bwMode="auto">
          <a:xfrm>
            <a:off x="1023840" y="2105640"/>
            <a:ext cx="10277280" cy="2089800"/>
          </a:xfrm>
          <a:custGeom>
            <a:avLst/>
            <a:gdLst>
              <a:gd name="textAreaLeft" fmla="*/ 0 w 10277280"/>
              <a:gd name="textAreaRight" fmla="*/ 10277640 w 10277280"/>
              <a:gd name="textAreaTop" fmla="*/ 0 h 2089800"/>
              <a:gd name="textAreaBottom" fmla="*/ 2090160 h 208980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8080" tIns="59040" rIns="118080" bIns="59040" anchor="t">
            <a:noAutofit/>
          </a:bodyPr>
          <a:p>
            <a:pPr marL="348120" indent="-348120" defTabSz="457200">
              <a:lnSpc>
                <a:spcPct val="85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3200" b="0" strike="noStrike" spc="-1">
                <a:solidFill>
                  <a:schemeClr val="dk1"/>
                </a:solidFill>
                <a:latin typeface="Calibri"/>
                <a:ea typeface="Calibri"/>
              </a:rPr>
              <a:t>Se debe establecer una escala que refleje la probabilidad observada de un riesgo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marL="722160" lvl="3" indent="-255600" defTabSz="457200">
              <a:lnSpc>
                <a:spcPct val="100000"/>
              </a:lnSpc>
              <a:spcBef>
                <a:spcPts val="601"/>
              </a:spcBef>
              <a:buClr>
                <a:srgbClr val="C00000"/>
              </a:buClr>
              <a:buFont typeface="Arial"/>
              <a:buChar char=" "/>
              <a:defRPr/>
            </a:pPr>
            <a:r>
              <a:rPr lang="es-ES" sz="2000" b="1" strike="noStrike" spc="-1">
                <a:solidFill>
                  <a:schemeClr val="dk1"/>
                </a:solidFill>
                <a:latin typeface="Calibri"/>
                <a:ea typeface="Calibri"/>
              </a:rPr>
              <a:t>Bastante improbable </a:t>
            </a:r>
            <a:r>
              <a:rPr lang="es-ES" sz="2000" b="0" strike="noStrike" spc="-1">
                <a:solidFill>
                  <a:schemeClr val="dk1"/>
                </a:solidFill>
                <a:latin typeface="Calibri"/>
                <a:ea typeface="Calibri"/>
              </a:rPr>
              <a:t>: &lt; 10%</a:t>
            </a: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  <a:p>
            <a:pPr marL="722160" lvl="3" indent="-255600" defTabSz="457200">
              <a:lnSpc>
                <a:spcPct val="85000"/>
              </a:lnSpc>
              <a:spcBef>
                <a:spcPts val="601"/>
              </a:spcBef>
              <a:buClr>
                <a:srgbClr val="C00000"/>
              </a:buClr>
              <a:buFont typeface="Arial"/>
              <a:buChar char=" "/>
              <a:defRPr/>
            </a:pPr>
            <a:r>
              <a:rPr lang="es-ES" sz="2000" b="1" strike="noStrike" spc="-1">
                <a:solidFill>
                  <a:schemeClr val="dk1"/>
                </a:solidFill>
                <a:latin typeface="Calibri"/>
                <a:ea typeface="Calibri"/>
              </a:rPr>
              <a:t>Improbable</a:t>
            </a:r>
            <a:r>
              <a:rPr lang="es-ES" sz="2000" b="0" strike="noStrike" spc="-1">
                <a:solidFill>
                  <a:schemeClr val="dk1"/>
                </a:solidFill>
                <a:latin typeface="Calibri"/>
                <a:ea typeface="Calibri"/>
              </a:rPr>
              <a:t> : 10 - 25%</a:t>
            </a: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  <a:p>
            <a:pPr marL="722160" lvl="3" indent="-255600" defTabSz="457200">
              <a:lnSpc>
                <a:spcPct val="85000"/>
              </a:lnSpc>
              <a:spcBef>
                <a:spcPts val="601"/>
              </a:spcBef>
              <a:buClr>
                <a:srgbClr val="C00000"/>
              </a:buClr>
              <a:buFont typeface="Arial"/>
              <a:buChar char=" "/>
              <a:defRPr/>
            </a:pPr>
            <a:r>
              <a:rPr lang="es-ES" sz="2000" b="1" strike="noStrike" spc="-1">
                <a:solidFill>
                  <a:schemeClr val="dk1"/>
                </a:solidFill>
                <a:latin typeface="Calibri"/>
                <a:ea typeface="Calibri"/>
              </a:rPr>
              <a:t>Moderado</a:t>
            </a:r>
            <a:r>
              <a:rPr lang="es-ES" sz="2000" b="0" strike="noStrike" spc="-1">
                <a:solidFill>
                  <a:schemeClr val="dk1"/>
                </a:solidFill>
                <a:latin typeface="Calibri"/>
                <a:ea typeface="Calibri"/>
              </a:rPr>
              <a:t> : 25 - 50%</a:t>
            </a: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  <a:p>
            <a:pPr marL="722160" lvl="3" indent="-255600" defTabSz="457200">
              <a:lnSpc>
                <a:spcPct val="85000"/>
              </a:lnSpc>
              <a:spcBef>
                <a:spcPts val="601"/>
              </a:spcBef>
              <a:buClr>
                <a:srgbClr val="C00000"/>
              </a:buClr>
              <a:buFont typeface="Arial"/>
              <a:buChar char=" "/>
              <a:defRPr/>
            </a:pPr>
            <a:r>
              <a:rPr lang="es-ES" sz="2000" b="1" strike="noStrike" spc="-1">
                <a:solidFill>
                  <a:schemeClr val="dk1"/>
                </a:solidFill>
                <a:latin typeface="Calibri"/>
                <a:ea typeface="Calibri"/>
              </a:rPr>
              <a:t>Probable</a:t>
            </a:r>
            <a:r>
              <a:rPr lang="es-ES" sz="2000" b="0" strike="noStrike" spc="-1">
                <a:solidFill>
                  <a:schemeClr val="dk1"/>
                </a:solidFill>
                <a:latin typeface="Calibri"/>
                <a:ea typeface="Calibri"/>
              </a:rPr>
              <a:t> : 50 - 75%</a:t>
            </a: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  <a:p>
            <a:pPr marL="722160" lvl="3" indent="-255600" defTabSz="457200">
              <a:lnSpc>
                <a:spcPct val="85000"/>
              </a:lnSpc>
              <a:spcBef>
                <a:spcPts val="601"/>
              </a:spcBef>
              <a:buClr>
                <a:srgbClr val="C00000"/>
              </a:buClr>
              <a:buFont typeface="Arial"/>
              <a:buChar char=" "/>
              <a:defRPr/>
            </a:pPr>
            <a:r>
              <a:rPr lang="es-ES" sz="2000" b="1" strike="noStrike" spc="-1">
                <a:solidFill>
                  <a:schemeClr val="dk1"/>
                </a:solidFill>
                <a:latin typeface="Calibri"/>
                <a:ea typeface="Calibri"/>
              </a:rPr>
              <a:t>Bastante probable </a:t>
            </a:r>
            <a:r>
              <a:rPr lang="es-ES" sz="2000" b="0" strike="noStrike" spc="-1">
                <a:solidFill>
                  <a:schemeClr val="dk1"/>
                </a:solidFill>
                <a:latin typeface="Calibri"/>
                <a:ea typeface="Calibri"/>
              </a:rPr>
              <a:t>: &gt; 75%</a:t>
            </a: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937311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15" dur="indefinite" restart="never" nodeType="tmRoot">
          <p:childTnLst>
            <p:seq>
              <p:cTn id="116" dur="indefinite" nodeType="mainSeq">
                <p:childTnLst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749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1" dur="500"/>
                                        <p:tgtEl>
                                          <p:spTgt spid="1554749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934408" name="Google Shape;349;p16"/>
          <p:cNvSpPr/>
          <p:nvPr/>
        </p:nvSpPr>
        <p:spPr bwMode="auto">
          <a:xfrm>
            <a:off x="7973640" y="287280"/>
            <a:ext cx="1927080" cy="784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3E1A8"/>
              </a:gs>
              <a:gs pos="35000">
                <a:srgbClr val="D3E9C1"/>
              </a:gs>
              <a:gs pos="100000">
                <a:srgbClr val="EDF8E6"/>
              </a:gs>
            </a:gsLst>
            <a:lin ang="16200000" scaled="1"/>
          </a:gradFill>
          <a:ln w="9525">
            <a:solidFill>
              <a:srgbClr val="60871B"/>
            </a:solidFill>
            <a:round/>
          </a:ln>
          <a:effectLst>
            <a:outerShdw blurRad="39960" dist="20160" dir="5400000" rotWithShape="0">
              <a:srgbClr val="000000">
                <a:alpha val="3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0" strike="noStrike" spc="-1">
                <a:solidFill>
                  <a:srgbClr val="000000"/>
                </a:solidFill>
                <a:latin typeface="Arial"/>
                <a:ea typeface="Arial"/>
              </a:rPr>
              <a:t>2.Análisis de riesgos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110512" name="Google Shape;350;p16"/>
          <p:cNvSpPr/>
          <p:nvPr/>
        </p:nvSpPr>
        <p:spPr bwMode="auto">
          <a:xfrm>
            <a:off x="8305560" y="1593360"/>
            <a:ext cx="1181520" cy="609840"/>
          </a:xfrm>
          <a:prstGeom prst="flowChartDocument">
            <a:avLst/>
          </a:prstGeom>
          <a:solidFill>
            <a:schemeClr val="lt1"/>
          </a:solidFill>
          <a:ln w="25400">
            <a:solidFill>
              <a:srgbClr val="9184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Listado de priorización de riesgos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3163997" name="Google Shape;351;p16"/>
          <p:cNvCxnSpPr/>
          <p:nvPr/>
        </p:nvCxnSpPr>
        <p:spPr bwMode="auto">
          <a:xfrm flipH="1">
            <a:off x="8892720" y="1134720"/>
            <a:ext cx="6120" cy="449640"/>
          </a:xfrm>
          <a:prstGeom prst="straightConnector1">
            <a:avLst/>
          </a:prstGeom>
          <a:ln w="25400">
            <a:solidFill>
              <a:srgbClr val="918485"/>
            </a:solidFill>
            <a:round/>
            <a:tailEnd type="triangle" w="med" len="med"/>
          </a:ln>
        </p:spPr>
      </p:cxnSp>
      <p:graphicFrame>
        <p:nvGraphicFramePr>
          <p:cNvPr id="791542998" name="Google Shape;352;p16"/>
          <p:cNvGraphicFramePr>
            <a:graphicFrameLocks xmlns:a="http://schemas.openxmlformats.org/drawingml/2006/main"/>
          </p:cNvGraphicFramePr>
          <p:nvPr/>
        </p:nvGraphicFramePr>
        <p:xfrm rot="0">
          <a:off x="2333519" y="4583160"/>
          <a:ext cx="8290800" cy="215892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971880"/>
                <a:gridCol w="1301759"/>
                <a:gridCol w="1816920"/>
                <a:gridCol w="1199520"/>
              </a:tblGrid>
              <a:tr h="37512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2000" b="0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Riesgos</a:t>
                      </a:r>
                      <a:endParaRPr lang="es-ES" sz="20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B84444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2000" b="0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Categoría</a:t>
                      </a:r>
                      <a:endParaRPr lang="es-ES" sz="20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B84444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2000" b="0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Probabilidad</a:t>
                      </a:r>
                      <a:endParaRPr lang="es-ES" sz="20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B84444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2000" b="0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Impacto</a:t>
                      </a:r>
                      <a:endParaRPr lang="es-ES" sz="20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B84444"/>
                    </a:solidFill>
                  </a:tcPr>
                </a:tc>
              </a:tr>
              <a:tr h="65844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80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El cliente cambiará los requisitos</a:t>
                      </a:r>
                      <a:endParaRPr lang="es-E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80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Proy</a:t>
                      </a:r>
                      <a:endParaRPr lang="es-E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800" b="0" strike="noStrike" spc="-1">
                          <a:solidFill>
                            <a:srgbClr val="000000"/>
                          </a:solidFill>
                          <a:latin typeface="Calibri"/>
                          <a:ea typeface="Arial"/>
                        </a:rPr>
                        <a:t>80%</a:t>
                      </a:r>
                      <a:endParaRPr lang="es-E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800" b="0" strike="noStrike" spc="-1">
                          <a:solidFill>
                            <a:srgbClr val="000000"/>
                          </a:solidFill>
                          <a:latin typeface="Calibri"/>
                          <a:ea typeface="Arial"/>
                        </a:rPr>
                        <a:t>2</a:t>
                      </a:r>
                      <a:endParaRPr lang="es-E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65844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80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Falta de formación en las herramientas</a:t>
                      </a:r>
                      <a:endParaRPr lang="es-E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80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Proy</a:t>
                      </a:r>
                      <a:endParaRPr lang="es-E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800" b="0" strike="noStrike" spc="-1">
                          <a:solidFill>
                            <a:srgbClr val="000000"/>
                          </a:solidFill>
                          <a:latin typeface="Calibri"/>
                          <a:ea typeface="Arial"/>
                        </a:rPr>
                        <a:t>80%</a:t>
                      </a:r>
                      <a:endParaRPr lang="es-E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es-E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75209063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2. Análisis de riesgos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19808788" name="PlaceHolder 2"/>
          <p:cNvSpPr>
            <a:spLocks noGrp="1"/>
          </p:cNvSpPr>
          <p:nvPr>
            <p:ph type="dt" idx="82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6125815" name="PlaceHolder 3"/>
          <p:cNvSpPr>
            <a:spLocks noGrp="1"/>
          </p:cNvSpPr>
          <p:nvPr>
            <p:ph type="sldNum" idx="83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1A731D2B-E609-4282-8B9C-3229475DF159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4386332" name="Google Shape;170;p5"/>
          <p:cNvSpPr/>
          <p:nvPr/>
        </p:nvSpPr>
        <p:spPr bwMode="auto">
          <a:xfrm>
            <a:off x="1023840" y="2135160"/>
            <a:ext cx="10277280" cy="2268720"/>
          </a:xfrm>
          <a:custGeom>
            <a:avLst/>
            <a:gdLst>
              <a:gd name="textAreaLeft" fmla="*/ 0 w 10277280"/>
              <a:gd name="textAreaRight" fmla="*/ 10277640 w 10277280"/>
              <a:gd name="textAreaTop" fmla="*/ 0 h 2268720"/>
              <a:gd name="textAreaBottom" fmla="*/ 2269080 h 226872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8080" tIns="59040" rIns="118080" bIns="59040" anchor="t">
            <a:noAutofit/>
          </a:bodyPr>
          <a:p>
            <a:pPr marL="348120" indent="-348120" defTabSz="457200">
              <a:lnSpc>
                <a:spcPct val="85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Luego, es necesario estimar el impacto en el proyecto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marL="460439" lvl="1" indent="-284040" defTabSz="457200">
              <a:lnSpc>
                <a:spcPct val="100000"/>
              </a:lnSpc>
              <a:spcBef>
                <a:spcPts val="601"/>
              </a:spcBef>
              <a:buClr>
                <a:srgbClr val="C00000"/>
              </a:buClr>
              <a:buFont typeface="Calibri Light"/>
              <a:buAutoNum type="arabicPeriod"/>
              <a:defRPr/>
            </a:pPr>
            <a:r>
              <a:rPr lang="es-ES" sz="2000" b="1" strike="noStrike" spc="-1">
                <a:solidFill>
                  <a:srgbClr val="262626"/>
                </a:solidFill>
                <a:latin typeface="Calibri"/>
                <a:ea typeface="Calibri"/>
              </a:rPr>
              <a:t>Catastrófico: </a:t>
            </a:r>
            <a:r>
              <a:rPr lang="es-ES" sz="2000" b="0" strike="noStrike" spc="-1">
                <a:solidFill>
                  <a:srgbClr val="262626"/>
                </a:solidFill>
                <a:latin typeface="Calibri"/>
                <a:ea typeface="Calibri"/>
              </a:rPr>
              <a:t>cancelación del proyecto</a:t>
            </a: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  <a:p>
            <a:pPr marL="460439" lvl="1" indent="-284040" defTabSz="457200">
              <a:lnSpc>
                <a:spcPct val="100000"/>
              </a:lnSpc>
              <a:spcBef>
                <a:spcPts val="601"/>
              </a:spcBef>
              <a:buClr>
                <a:srgbClr val="C00000"/>
              </a:buClr>
              <a:buFont typeface="Calibri Light"/>
              <a:buAutoNum type="arabicPeriod"/>
              <a:defRPr/>
            </a:pPr>
            <a:r>
              <a:rPr lang="es-ES" sz="2000" b="1" strike="noStrike" spc="-1">
                <a:solidFill>
                  <a:srgbClr val="262626"/>
                </a:solidFill>
                <a:latin typeface="Calibri"/>
                <a:ea typeface="Calibri"/>
              </a:rPr>
              <a:t>Serio</a:t>
            </a:r>
            <a:r>
              <a:rPr lang="es-ES" sz="2000" b="0" strike="noStrike" spc="-1">
                <a:solidFill>
                  <a:srgbClr val="262626"/>
                </a:solidFill>
                <a:latin typeface="Calibri"/>
                <a:ea typeface="Calibri"/>
              </a:rPr>
              <a:t>: reducción de rendimiento, retrasos en la entrega, excesos importantes en costo </a:t>
            </a: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  <a:p>
            <a:pPr marL="460439" lvl="1" indent="-284040" defTabSz="457200">
              <a:lnSpc>
                <a:spcPct val="100000"/>
              </a:lnSpc>
              <a:spcBef>
                <a:spcPts val="601"/>
              </a:spcBef>
              <a:buClr>
                <a:srgbClr val="C00000"/>
              </a:buClr>
              <a:buFont typeface="Calibri Light"/>
              <a:buAutoNum type="arabicPeriod"/>
              <a:defRPr/>
            </a:pPr>
            <a:r>
              <a:rPr lang="es-ES" sz="2000" b="1" strike="noStrike" spc="-1">
                <a:solidFill>
                  <a:srgbClr val="262626"/>
                </a:solidFill>
                <a:latin typeface="Calibri"/>
                <a:ea typeface="Calibri"/>
              </a:rPr>
              <a:t>Tolerable:</a:t>
            </a:r>
            <a:r>
              <a:rPr lang="es-ES" sz="2000" b="0" strike="noStrike" spc="-1">
                <a:solidFill>
                  <a:srgbClr val="262626"/>
                </a:solidFill>
                <a:latin typeface="Calibri"/>
                <a:ea typeface="Calibri"/>
              </a:rPr>
              <a:t> reducciones mínimas de rendimiento, posibles retrasos, exceso en costo</a:t>
            </a: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  <a:p>
            <a:pPr marL="460439" lvl="1" indent="-284040" defTabSz="457200">
              <a:lnSpc>
                <a:spcPct val="100000"/>
              </a:lnSpc>
              <a:spcBef>
                <a:spcPts val="601"/>
              </a:spcBef>
              <a:buClr>
                <a:srgbClr val="C00000"/>
              </a:buClr>
              <a:buFont typeface="Calibri Light"/>
              <a:buAutoNum type="arabicPeriod"/>
              <a:defRPr/>
            </a:pPr>
            <a:r>
              <a:rPr lang="es-ES" sz="2000" b="1" strike="noStrike" spc="-1">
                <a:solidFill>
                  <a:srgbClr val="262626"/>
                </a:solidFill>
                <a:latin typeface="Calibri"/>
                <a:ea typeface="Calibri"/>
              </a:rPr>
              <a:t>Insignificante: </a:t>
            </a:r>
            <a:r>
              <a:rPr lang="es-ES" sz="2000" b="0" strike="noStrike" spc="-1">
                <a:solidFill>
                  <a:srgbClr val="262626"/>
                </a:solidFill>
                <a:latin typeface="Calibri"/>
                <a:ea typeface="Calibri"/>
              </a:rPr>
              <a:t>incidencia mínima en el desarrollo</a:t>
            </a: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85000"/>
              </a:lnSpc>
              <a:spcBef>
                <a:spcPts val="601"/>
              </a:spcBef>
              <a:defRPr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3690325" name="CuadroTexto 6"/>
          <p:cNvSpPr/>
          <p:nvPr/>
        </p:nvSpPr>
        <p:spPr bwMode="auto">
          <a:xfrm>
            <a:off x="10298880" y="4198320"/>
            <a:ext cx="1782000" cy="17355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0" strike="noStrike" spc="-1">
                <a:solidFill>
                  <a:schemeClr val="lt1"/>
                </a:solidFill>
                <a:latin typeface="Calibri"/>
                <a:ea typeface="Calibri"/>
              </a:rPr>
              <a:t>Se ordena la lista por probabilidad e impacto y se traza una </a:t>
            </a:r>
            <a:r>
              <a:rPr lang="es-ES" sz="1800" b="1" u="sng" strike="noStrike" spc="-1">
                <a:solidFill>
                  <a:schemeClr val="lt1"/>
                </a:solidFill>
                <a:latin typeface="Calibri"/>
                <a:ea typeface="Calibri"/>
              </a:rPr>
              <a:t>línea de corte</a:t>
            </a:r>
            <a:r>
              <a:rPr lang="es-ES" sz="1800" b="0" strike="noStrike" spc="-1">
                <a:solidFill>
                  <a:schemeClr val="lt1"/>
                </a:solidFill>
                <a:latin typeface="Calibri"/>
                <a:ea typeface="Calibri"/>
              </a:rPr>
              <a:t>. </a:t>
            </a: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732425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22" dur="indefinite" restart="never" nodeType="tmRoot">
          <p:childTnLst>
            <p:seq>
              <p:cTn id="123" dur="indefinite" nodeType="mainSeq">
                <p:childTnLst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4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8" dur="500"/>
                                        <p:tgtEl>
                                          <p:spTgt spid="791542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369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3" dur="500"/>
                                        <p:tgtEl>
                                          <p:spTgt spid="2103690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174696" name="Google Shape;349;p16"/>
          <p:cNvSpPr/>
          <p:nvPr/>
        </p:nvSpPr>
        <p:spPr bwMode="auto">
          <a:xfrm>
            <a:off x="7973640" y="287280"/>
            <a:ext cx="1927080" cy="784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3E1A8"/>
              </a:gs>
              <a:gs pos="35000">
                <a:srgbClr val="D3E9C1"/>
              </a:gs>
              <a:gs pos="100000">
                <a:srgbClr val="EDF8E6"/>
              </a:gs>
            </a:gsLst>
            <a:lin ang="16200000" scaled="1"/>
          </a:gradFill>
          <a:ln w="9525">
            <a:solidFill>
              <a:srgbClr val="60871B"/>
            </a:solidFill>
            <a:round/>
          </a:ln>
          <a:effectLst>
            <a:outerShdw blurRad="39960" dist="20160" dir="5400000" rotWithShape="0">
              <a:srgbClr val="000000">
                <a:alpha val="3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0" strike="noStrike" spc="-1">
                <a:solidFill>
                  <a:srgbClr val="000000"/>
                </a:solidFill>
                <a:latin typeface="Arial"/>
                <a:ea typeface="Arial"/>
              </a:rPr>
              <a:t>2.Análisis de riesgos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4215450" name="Google Shape;350;p16"/>
          <p:cNvSpPr/>
          <p:nvPr/>
        </p:nvSpPr>
        <p:spPr bwMode="auto">
          <a:xfrm>
            <a:off x="8305560" y="1593360"/>
            <a:ext cx="1181520" cy="609840"/>
          </a:xfrm>
          <a:prstGeom prst="flowChartDocument">
            <a:avLst/>
          </a:prstGeom>
          <a:solidFill>
            <a:schemeClr val="lt1"/>
          </a:solidFill>
          <a:ln w="25400">
            <a:solidFill>
              <a:srgbClr val="9184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Listado de priorización de riesgos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05963497" name="Google Shape;351;p16"/>
          <p:cNvCxnSpPr/>
          <p:nvPr/>
        </p:nvCxnSpPr>
        <p:spPr bwMode="auto">
          <a:xfrm flipH="1">
            <a:off x="8892720" y="1134720"/>
            <a:ext cx="6120" cy="449640"/>
          </a:xfrm>
          <a:prstGeom prst="straightConnector1">
            <a:avLst/>
          </a:prstGeom>
          <a:ln w="25400">
            <a:solidFill>
              <a:srgbClr val="918485"/>
            </a:solidFill>
            <a:round/>
            <a:tailEnd type="triangle" w="med" len="med"/>
          </a:ln>
        </p:spPr>
      </p:cxnSp>
      <p:sp>
        <p:nvSpPr>
          <p:cNvPr id="672439758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2. Análisis de riesgos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13295853" name="PlaceHolder 2"/>
          <p:cNvSpPr>
            <a:spLocks noGrp="1"/>
          </p:cNvSpPr>
          <p:nvPr>
            <p:ph type="dt" idx="84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1788033" name="PlaceHolder 3"/>
          <p:cNvSpPr>
            <a:spLocks noGrp="1"/>
          </p:cNvSpPr>
          <p:nvPr>
            <p:ph type="sldNum" idx="85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6458FA03-48ED-4118-81E0-4F7E3D21118C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3409864" name="Google Shape;170;p5"/>
          <p:cNvSpPr/>
          <p:nvPr/>
        </p:nvSpPr>
        <p:spPr bwMode="auto">
          <a:xfrm>
            <a:off x="1023840" y="2135160"/>
            <a:ext cx="10277280" cy="2268720"/>
          </a:xfrm>
          <a:custGeom>
            <a:avLst/>
            <a:gdLst>
              <a:gd name="textAreaLeft" fmla="*/ 0 w 10277280"/>
              <a:gd name="textAreaRight" fmla="*/ 10277640 w 10277280"/>
              <a:gd name="textAreaTop" fmla="*/ 0 h 2268720"/>
              <a:gd name="textAreaBottom" fmla="*/ 2269080 h 226872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8080" tIns="59040" rIns="118080" bIns="59040" anchor="t">
            <a:noAutofit/>
          </a:bodyPr>
          <a:p>
            <a:pPr marL="449280" indent="-449280" algn="just" defTabSz="457200">
              <a:lnSpc>
                <a:spcPct val="85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3200" b="0" strike="noStrike" spc="-1">
                <a:solidFill>
                  <a:schemeClr val="dk1"/>
                </a:solidFill>
                <a:latin typeface="Calibri"/>
                <a:ea typeface="Calibri"/>
              </a:rPr>
              <a:t>Boehm recomienda identificar y supervisar los 10 riesgos más altos</a:t>
            </a:r>
            <a:r>
              <a:rPr lang="es-ES" sz="2400" b="0" strike="noStrike" spc="-1">
                <a:solidFill>
                  <a:schemeClr val="dk1"/>
                </a:solidFill>
                <a:latin typeface="Calibri"/>
                <a:ea typeface="Calibri"/>
              </a:rPr>
              <a:t>​.</a:t>
            </a:r>
            <a:endParaRPr lang="es-ES" sz="24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85000"/>
              </a:lnSpc>
              <a:defRPr/>
            </a:pPr>
            <a:endParaRPr lang="es-ES" sz="2400" b="0" strike="noStrike" spc="-1">
              <a:solidFill>
                <a:srgbClr val="000000"/>
              </a:solidFill>
              <a:latin typeface="Arial"/>
            </a:endParaRPr>
          </a:p>
          <a:p>
            <a:pPr marL="449280" indent="-449280" algn="just" defTabSz="457200">
              <a:lnSpc>
                <a:spcPct val="85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3200" b="0" strike="noStrike" spc="-1">
                <a:solidFill>
                  <a:schemeClr val="dk1"/>
                </a:solidFill>
                <a:latin typeface="Calibri"/>
                <a:ea typeface="Calibri"/>
              </a:rPr>
              <a:t>El número exacto de riesgos debe depender del proyecto. ​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85000"/>
              </a:lnSpc>
              <a:defRPr/>
            </a:pPr>
            <a:endParaRPr lang="es-ES" sz="2400" b="0" strike="noStrike" spc="-1">
              <a:solidFill>
                <a:srgbClr val="000000"/>
              </a:solidFill>
              <a:latin typeface="Arial"/>
            </a:endParaRPr>
          </a:p>
          <a:p>
            <a:pPr marL="449280" indent="-449280" algn="just" defTabSz="457200">
              <a:lnSpc>
                <a:spcPct val="85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3200" b="0" strike="noStrike" spc="-1">
                <a:solidFill>
                  <a:schemeClr val="dk1"/>
                </a:solidFill>
                <a:latin typeface="Calibri"/>
                <a:ea typeface="Calibri"/>
              </a:rPr>
              <a:t>Los riesgos que queden </a:t>
            </a:r>
            <a:r>
              <a:rPr lang="es-ES" sz="3200" b="0" u="sng" strike="noStrike" spc="-1">
                <a:solidFill>
                  <a:schemeClr val="dk1"/>
                </a:solidFill>
                <a:latin typeface="Calibri"/>
                <a:ea typeface="Calibri"/>
              </a:rPr>
              <a:t>encima de la línea</a:t>
            </a:r>
            <a:r>
              <a:rPr lang="es-ES" sz="3200" b="0" strike="noStrike" spc="-1">
                <a:solidFill>
                  <a:schemeClr val="dk1"/>
                </a:solidFill>
                <a:latin typeface="Calibri"/>
                <a:ea typeface="Calibri"/>
              </a:rPr>
              <a:t> serán los que se les preste atención. 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85000"/>
              </a:lnSpc>
              <a:defRPr/>
            </a:pPr>
            <a:endParaRPr lang="es-ES" sz="2400" b="0" strike="noStrike" spc="-1">
              <a:solidFill>
                <a:srgbClr val="000000"/>
              </a:solidFill>
              <a:latin typeface="Arial"/>
            </a:endParaRPr>
          </a:p>
          <a:p>
            <a:pPr marL="449280" indent="-449280" algn="just" defTabSz="457200">
              <a:lnSpc>
                <a:spcPct val="85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3200" b="0" strike="noStrike" spc="-1">
                <a:solidFill>
                  <a:schemeClr val="dk1"/>
                </a:solidFill>
                <a:latin typeface="Calibri"/>
                <a:ea typeface="Calibri"/>
              </a:rPr>
              <a:t>Los que queden </a:t>
            </a:r>
            <a:r>
              <a:rPr lang="es-ES" sz="3200" b="0" u="sng" strike="noStrike" spc="-1">
                <a:solidFill>
                  <a:schemeClr val="dk1"/>
                </a:solidFill>
                <a:latin typeface="Calibri"/>
                <a:ea typeface="Calibri"/>
              </a:rPr>
              <a:t>debajo de la línea</a:t>
            </a:r>
            <a:r>
              <a:rPr lang="es-ES" sz="3200" b="0" strike="noStrike" spc="-1">
                <a:solidFill>
                  <a:schemeClr val="dk1"/>
                </a:solidFill>
                <a:latin typeface="Calibri"/>
                <a:ea typeface="Calibri"/>
              </a:rPr>
              <a:t> serán reevaluados y tendrán una prioridad de segundo orden. ​​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85000"/>
              </a:lnSpc>
              <a:defRPr/>
            </a:pPr>
            <a:endParaRPr lang="es-E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056852" name="Google Shape;384;p19"/>
          <p:cNvSpPr/>
          <p:nvPr/>
        </p:nvSpPr>
        <p:spPr bwMode="auto">
          <a:xfrm>
            <a:off x="7522200" y="3423600"/>
            <a:ext cx="3963240" cy="670320"/>
          </a:xfrm>
          <a:prstGeom prst="rect">
            <a:avLst/>
          </a:prstGeom>
          <a:solidFill>
            <a:srgbClr val="B84444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2000" b="0" strike="noStrike" spc="-1">
                <a:solidFill>
                  <a:schemeClr val="lt1"/>
                </a:solidFill>
                <a:latin typeface="Calibri"/>
                <a:ea typeface="Calibri"/>
              </a:rPr>
              <a:t>parece demasiado arbitrario !!!.</a:t>
            </a:r>
            <a:endParaRPr lang="es-ES" sz="20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89734807" name="Google Shape;392;p19" descr="Limitless Night by heyner.capera on emaze"/>
          <p:cNvPicPr/>
          <p:nvPr/>
        </p:nvPicPr>
        <p:blipFill rotWithShape="1">
          <a:blip r:embed="rId3"/>
          <a:stretch/>
        </p:blipFill>
        <p:spPr bwMode="auto">
          <a:xfrm>
            <a:off x="10082520" y="1647360"/>
            <a:ext cx="2437920" cy="2437920"/>
          </a:xfrm>
          <a:prstGeom prst="rect">
            <a:avLst/>
          </a:prstGeom>
          <a:ln w="0">
            <a:noFill/>
          </a:ln>
        </p:spPr>
      </p:pic>
      <p:sp>
        <p:nvSpPr>
          <p:cNvPr id="601983828" name="Google Shape;385;p19"/>
          <p:cNvSpPr/>
          <p:nvPr/>
        </p:nvSpPr>
        <p:spPr bwMode="auto">
          <a:xfrm>
            <a:off x="6868080" y="4030560"/>
            <a:ext cx="3130200" cy="700920"/>
          </a:xfrm>
          <a:prstGeom prst="rect">
            <a:avLst/>
          </a:prstGeom>
          <a:solidFill>
            <a:srgbClr val="B84444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2000" b="0" strike="noStrike" spc="-1">
                <a:solidFill>
                  <a:schemeClr val="lt1"/>
                </a:solidFill>
                <a:latin typeface="Calibri"/>
                <a:ea typeface="Calibri"/>
              </a:rPr>
              <a:t>No obstante, debe ser un número manejable.</a:t>
            </a:r>
            <a:endParaRPr lang="es-ES" sz="20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62345949" name="Google Shape;393;p19" descr="Tensión Del Hombre De Negocios En El Escritorio Por Mucho Trabajo ..."/>
          <p:cNvPicPr/>
          <p:nvPr/>
        </p:nvPicPr>
        <p:blipFill rotWithShape="1">
          <a:blip r:embed="rId4"/>
          <a:srcRect l="16728" t="9971" r="1078" b="0"/>
          <a:stretch/>
        </p:blipFill>
        <p:spPr bwMode="auto">
          <a:xfrm>
            <a:off x="9696240" y="3791880"/>
            <a:ext cx="2443320" cy="1782720"/>
          </a:xfrm>
          <a:prstGeom prst="rect">
            <a:avLst/>
          </a:prstGeom>
          <a:ln w="0">
            <a:noFill/>
          </a:ln>
        </p:spPr>
      </p:pic>
      <p:sp>
        <p:nvSpPr>
          <p:cNvPr id="1108359638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34" dur="indefinite" restart="never" nodeType="tmRoot">
          <p:childTnLst>
            <p:seq>
              <p:cTn id="135" dur="indefinite" nodeType="mainSeq">
                <p:childTnLst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05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73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8973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5505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4098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0" dur="500"/>
                                        <p:tgtEl>
                                          <p:spTgt spid="12634098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98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4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6234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0198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4098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65" dur="500"/>
                                        <p:tgtEl>
                                          <p:spTgt spid="12634098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4098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0" dur="500"/>
                                        <p:tgtEl>
                                          <p:spTgt spid="12634098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093922" name="Google Shape;349;p16"/>
          <p:cNvSpPr/>
          <p:nvPr/>
        </p:nvSpPr>
        <p:spPr bwMode="auto">
          <a:xfrm>
            <a:off x="7973640" y="271440"/>
            <a:ext cx="1927080" cy="784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3E1A8"/>
              </a:gs>
              <a:gs pos="35000">
                <a:srgbClr val="D3E9C1"/>
              </a:gs>
              <a:gs pos="100000">
                <a:srgbClr val="EDF8E6"/>
              </a:gs>
            </a:gsLst>
            <a:lin ang="16200000" scaled="1"/>
          </a:gradFill>
          <a:ln w="9525">
            <a:solidFill>
              <a:srgbClr val="60871B"/>
            </a:solidFill>
            <a:round/>
          </a:ln>
          <a:effectLst>
            <a:outerShdw blurRad="39960" dist="20160" dir="5400000" rotWithShape="0">
              <a:srgbClr val="000000">
                <a:alpha val="3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0" strike="noStrike" spc="-1">
                <a:solidFill>
                  <a:srgbClr val="000000"/>
                </a:solidFill>
                <a:latin typeface="Arial"/>
                <a:ea typeface="Arial"/>
              </a:rPr>
              <a:t>2.Análisis de riesgos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7769133" name="Google Shape;350;p16"/>
          <p:cNvSpPr/>
          <p:nvPr/>
        </p:nvSpPr>
        <p:spPr bwMode="auto">
          <a:xfrm>
            <a:off x="8305560" y="1577160"/>
            <a:ext cx="1181520" cy="609840"/>
          </a:xfrm>
          <a:prstGeom prst="flowChartDocument">
            <a:avLst/>
          </a:prstGeom>
          <a:solidFill>
            <a:schemeClr val="lt1"/>
          </a:solidFill>
          <a:ln w="25400">
            <a:solidFill>
              <a:srgbClr val="9184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Listado de priorización de riesgos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77508009" name="Google Shape;351;p16"/>
          <p:cNvCxnSpPr/>
          <p:nvPr/>
        </p:nvCxnSpPr>
        <p:spPr bwMode="auto">
          <a:xfrm flipH="1">
            <a:off x="8892720" y="1118520"/>
            <a:ext cx="6120" cy="450000"/>
          </a:xfrm>
          <a:prstGeom prst="straightConnector1">
            <a:avLst/>
          </a:prstGeom>
          <a:ln w="25400">
            <a:solidFill>
              <a:srgbClr val="918485"/>
            </a:solidFill>
            <a:round/>
            <a:tailEnd type="triangle" w="med" len="med"/>
          </a:ln>
        </p:spPr>
      </p:cxnSp>
      <p:sp>
        <p:nvSpPr>
          <p:cNvPr id="227423582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2. Análisis de riesgos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0443135" name="PlaceHolder 2"/>
          <p:cNvSpPr>
            <a:spLocks noGrp="1"/>
          </p:cNvSpPr>
          <p:nvPr>
            <p:ph type="dt" idx="86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671449" name="PlaceHolder 3"/>
          <p:cNvSpPr>
            <a:spLocks noGrp="1"/>
          </p:cNvSpPr>
          <p:nvPr>
            <p:ph type="sldNum" idx="87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719B0B19-D2EE-4E8C-AACB-7E7F20B2A75A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8500341" name="Google Shape;170;p5"/>
          <p:cNvSpPr/>
          <p:nvPr/>
        </p:nvSpPr>
        <p:spPr bwMode="auto">
          <a:xfrm>
            <a:off x="1023840" y="2103120"/>
            <a:ext cx="10277280" cy="2268720"/>
          </a:xfrm>
          <a:custGeom>
            <a:avLst/>
            <a:gdLst>
              <a:gd name="textAreaLeft" fmla="*/ 0 w 10277280"/>
              <a:gd name="textAreaRight" fmla="*/ 10277640 w 10277280"/>
              <a:gd name="textAreaTop" fmla="*/ 0 h 2268720"/>
              <a:gd name="textAreaBottom" fmla="*/ 2269080 h 226872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8080" tIns="59040" rIns="118080" bIns="59040" anchor="t">
            <a:noAutofit/>
          </a:bodyPr>
          <a:p>
            <a:pPr marL="449280" indent="-449280" algn="just" defTabSz="457200">
              <a:lnSpc>
                <a:spcPct val="85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2800" b="0" strike="noStrike" spc="-1">
                <a:solidFill>
                  <a:schemeClr val="dk1"/>
                </a:solidFill>
                <a:latin typeface="Calibri"/>
                <a:ea typeface="Calibri"/>
              </a:rPr>
              <a:t>Los riesgos de </a:t>
            </a:r>
            <a:r>
              <a:rPr lang="es-ES" sz="2800" b="0" u="sng" strike="noStrike" spc="-1">
                <a:solidFill>
                  <a:schemeClr val="dk1"/>
                </a:solidFill>
                <a:latin typeface="Calibri"/>
                <a:ea typeface="Calibri"/>
              </a:rPr>
              <a:t>gran impacto</a:t>
            </a:r>
            <a:r>
              <a:rPr lang="es-ES" sz="2800" b="0" strike="noStrike" spc="-1">
                <a:solidFill>
                  <a:schemeClr val="dk1"/>
                </a:solidFill>
                <a:latin typeface="Calibri"/>
                <a:ea typeface="Calibri"/>
              </a:rPr>
              <a:t> con una </a:t>
            </a:r>
            <a:r>
              <a:rPr lang="es-ES" sz="2800" b="0" u="sng" strike="noStrike" spc="-1">
                <a:solidFill>
                  <a:schemeClr val="dk1"/>
                </a:solidFill>
                <a:latin typeface="Calibri"/>
                <a:ea typeface="Calibri"/>
              </a:rPr>
              <a:t>probabilidad de moderada a alta</a:t>
            </a:r>
            <a:r>
              <a:rPr lang="es-ES" sz="2800" b="0" strike="noStrike" spc="-1">
                <a:solidFill>
                  <a:schemeClr val="dk1"/>
                </a:solidFill>
                <a:latin typeface="Calibri"/>
                <a:ea typeface="Calibri"/>
              </a:rPr>
              <a:t> y los riesgos de </a:t>
            </a:r>
            <a:r>
              <a:rPr lang="es-ES" sz="2800" b="0" u="sng" strike="noStrike" spc="-1">
                <a:solidFill>
                  <a:schemeClr val="dk1"/>
                </a:solidFill>
                <a:latin typeface="Calibri"/>
                <a:ea typeface="Calibri"/>
              </a:rPr>
              <a:t>poco impacto, pero con gran probabilidad</a:t>
            </a:r>
            <a:r>
              <a:rPr lang="es-ES" sz="2800" b="0" strike="noStrike" spc="-1">
                <a:solidFill>
                  <a:schemeClr val="dk1"/>
                </a:solidFill>
                <a:latin typeface="Calibri"/>
                <a:ea typeface="Calibri"/>
              </a:rPr>
              <a:t> deberían tomarse en cuenta.</a:t>
            </a:r>
            <a:endParaRPr lang="es-ES" sz="28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85000"/>
              </a:lnSpc>
              <a:defRPr/>
            </a:pPr>
            <a:endParaRPr lang="es-ES" sz="28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85000"/>
              </a:lnSpc>
              <a:defRPr/>
            </a:pPr>
            <a:endParaRPr lang="es-ES" sz="28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85000"/>
              </a:lnSpc>
              <a:defRPr/>
            </a:pPr>
            <a:endParaRPr lang="es-ES" sz="28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85000"/>
              </a:lnSpc>
              <a:defRPr/>
            </a:pPr>
            <a:endParaRPr lang="es-ES" sz="28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85000"/>
              </a:lnSpc>
              <a:defRPr/>
            </a:pPr>
            <a:endParaRPr lang="es-ES" sz="28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85000"/>
              </a:lnSpc>
              <a:defRPr/>
            </a:pPr>
            <a:endParaRPr lang="es-ES" sz="28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85000"/>
              </a:lnSpc>
              <a:defRPr/>
            </a:pPr>
            <a:endParaRPr lang="es-ES" sz="2400" b="0" strike="noStrike" spc="-1">
              <a:solidFill>
                <a:srgbClr val="000000"/>
              </a:solidFill>
              <a:latin typeface="Arial"/>
            </a:endParaRPr>
          </a:p>
          <a:p>
            <a:pPr marL="348120" indent="-348120" algn="just" defTabSz="457200">
              <a:lnSpc>
                <a:spcPct val="85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2400" b="0" strike="noStrike" spc="-1">
                <a:solidFill>
                  <a:schemeClr val="dk1"/>
                </a:solidFill>
                <a:latin typeface="Calibri"/>
                <a:ea typeface="Calibri"/>
              </a:rPr>
              <a:t>Un factor de riesgo que tenga gran impacto, pero poca probabilidad de que ocurra, no debería absorber un tiempo significativo.</a:t>
            </a:r>
            <a:endParaRPr lang="es-ES" sz="24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85000"/>
              </a:lnSpc>
              <a:defRPr/>
            </a:pPr>
            <a:endParaRPr lang="es-E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5380304" name="Google Shape;409;p20" descr="Forma&#10;&#10;El contenido generado por IA puede ser incorrecto."/>
          <p:cNvPicPr/>
          <p:nvPr/>
        </p:nvPicPr>
        <p:blipFill rotWithShape="1">
          <a:blip r:embed="rId3"/>
          <a:srcRect l="0" t="8232" r="0" b="21942"/>
          <a:stretch/>
        </p:blipFill>
        <p:spPr bwMode="auto">
          <a:xfrm>
            <a:off x="3886200" y="3221640"/>
            <a:ext cx="4419360" cy="2472840"/>
          </a:xfrm>
          <a:prstGeom prst="rect">
            <a:avLst/>
          </a:prstGeom>
          <a:ln w="0">
            <a:noFill/>
          </a:ln>
        </p:spPr>
      </p:pic>
      <p:pic>
        <p:nvPicPr>
          <p:cNvPr id="1872890021" name="Google Shape;423;p21" descr=""/>
          <p:cNvPicPr/>
          <p:nvPr/>
        </p:nvPicPr>
        <p:blipFill rotWithShape="1">
          <a:blip r:embed="rId4"/>
          <a:stretch/>
        </p:blipFill>
        <p:spPr bwMode="auto">
          <a:xfrm>
            <a:off x="824580" y="-2280599"/>
            <a:ext cx="5301360" cy="4016880"/>
          </a:xfrm>
          <a:prstGeom prst="rect">
            <a:avLst/>
          </a:prstGeom>
          <a:ln w="88900" cap="sq">
            <a:solidFill>
              <a:srgbClr val="FFFFFF"/>
            </a:solidFill>
            <a:miter/>
          </a:ln>
          <a:effectLst>
            <a:outerShdw blurRad="5508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62899139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71" dur="indefinite" restart="never" nodeType="tmRoot">
          <p:childTnLst>
            <p:seq>
              <p:cTn id="172" dur="indefinite" nodeType="mainSeq">
                <p:childTnLst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5003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7" dur="500"/>
                                        <p:tgtEl>
                                          <p:spTgt spid="11185003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89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82" dur="500"/>
                                        <p:tgtEl>
                                          <p:spTgt spid="1872890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522986884" name="Google Shape;433;p22"/>
          <p:cNvGraphicFramePr>
            <a:graphicFrameLocks xmlns:a="http://schemas.openxmlformats.org/drawingml/2006/main"/>
          </p:cNvGraphicFramePr>
          <p:nvPr/>
        </p:nvGraphicFramePr>
        <p:xfrm rot="0">
          <a:off x="2459880" y="2239560"/>
          <a:ext cx="7271640" cy="459576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548519"/>
                <a:gridCol w="1290600"/>
                <a:gridCol w="1380240"/>
                <a:gridCol w="1052280"/>
              </a:tblGrid>
              <a:tr h="34560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800" b="0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Riesgos</a:t>
                      </a:r>
                      <a:endParaRPr lang="es-ES" sz="18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B84444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800" b="1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Categoría</a:t>
                      </a:r>
                      <a:endParaRPr lang="es-ES" sz="18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B84444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800" b="1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Probabilidad</a:t>
                      </a:r>
                      <a:endParaRPr lang="es-ES" sz="18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B84444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800" b="1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Impacto</a:t>
                      </a:r>
                      <a:endParaRPr lang="es-ES" sz="18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B84444"/>
                    </a:solidFill>
                  </a:tcPr>
                </a:tc>
              </a:tr>
              <a:tr h="49788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5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El cliente cambiará los requisitos</a:t>
                      </a:r>
                      <a:endParaRPr lang="es-E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Proy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80%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5476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5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Falta de formación en las herramientas</a:t>
                      </a:r>
                      <a:endParaRPr lang="es-E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Prod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80%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1408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5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Menos reutilización de la prevista</a:t>
                      </a:r>
                      <a:endParaRPr lang="es-E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Proy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70%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1084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5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La estimación del tamaño puede ser muy baja</a:t>
                      </a:r>
                      <a:endParaRPr lang="es-E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Proy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60%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1552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5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Habrá muchos cambios de personal</a:t>
                      </a:r>
                      <a:endParaRPr lang="es-E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Proy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60%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5476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5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La fecha de entrega estará muy ajustada </a:t>
                      </a:r>
                      <a:endParaRPr lang="es-E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Proy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50%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1516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5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Se perderán los presupuestos</a:t>
                      </a:r>
                      <a:endParaRPr lang="es-E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Neg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40%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2120" marR="421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593016557" name="Google Shape;434;p22"/>
          <p:cNvCxnSpPr/>
          <p:nvPr/>
        </p:nvCxnSpPr>
        <p:spPr bwMode="auto">
          <a:xfrm>
            <a:off x="1401480" y="5805720"/>
            <a:ext cx="8965080" cy="360"/>
          </a:xfrm>
          <a:prstGeom prst="straightConnector1">
            <a:avLst/>
          </a:prstGeom>
          <a:ln w="38150">
            <a:solidFill>
              <a:srgbClr val="FF0000"/>
            </a:solidFill>
            <a:round/>
          </a:ln>
        </p:spPr>
      </p:cxnSp>
      <p:sp>
        <p:nvSpPr>
          <p:cNvPr id="2006346209" name="Google Shape;435;p22"/>
          <p:cNvSpPr/>
          <p:nvPr/>
        </p:nvSpPr>
        <p:spPr bwMode="auto">
          <a:xfrm>
            <a:off x="10276560" y="4734000"/>
            <a:ext cx="1871640" cy="835920"/>
          </a:xfrm>
          <a:prstGeom prst="borderCallout1">
            <a:avLst>
              <a:gd name="adj1" fmla="val 47524"/>
              <a:gd name="adj2" fmla="val -621"/>
              <a:gd name="adj3" fmla="val 112500"/>
              <a:gd name="adj4" fmla="val -38333"/>
            </a:avLst>
          </a:prstGeom>
          <a:solidFill>
            <a:schemeClr val="accent1"/>
          </a:solidFill>
          <a:ln w="254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2400" b="0" strike="noStrike" spc="-1">
                <a:solidFill>
                  <a:srgbClr val="FFFFFF"/>
                </a:solidFill>
                <a:latin typeface="Calibri"/>
                <a:ea typeface="Calibri"/>
              </a:rPr>
              <a:t>Línea de Corte </a:t>
            </a:r>
            <a:endParaRPr lang="es-E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27685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2. Análisis de riesgos - Ejemplo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98035830" name="PlaceHolder 2"/>
          <p:cNvSpPr>
            <a:spLocks noGrp="1"/>
          </p:cNvSpPr>
          <p:nvPr>
            <p:ph type="dt" idx="88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821926" name="PlaceHolder 3"/>
          <p:cNvSpPr>
            <a:spLocks noGrp="1"/>
          </p:cNvSpPr>
          <p:nvPr>
            <p:ph type="sldNum" idx="89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23F9ED4D-F749-4B88-8EB6-6E61B4D50AC5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487185" name="Google Shape;349;p16"/>
          <p:cNvSpPr/>
          <p:nvPr/>
        </p:nvSpPr>
        <p:spPr bwMode="auto">
          <a:xfrm>
            <a:off x="7973640" y="287280"/>
            <a:ext cx="1927080" cy="784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3E1A8"/>
              </a:gs>
              <a:gs pos="35000">
                <a:srgbClr val="D3E9C1"/>
              </a:gs>
              <a:gs pos="100000">
                <a:srgbClr val="EDF8E6"/>
              </a:gs>
            </a:gsLst>
            <a:lin ang="16200000" scaled="1"/>
          </a:gradFill>
          <a:ln w="9525">
            <a:solidFill>
              <a:srgbClr val="60871B"/>
            </a:solidFill>
            <a:round/>
          </a:ln>
          <a:effectLst>
            <a:outerShdw blurRad="39960" dist="20160" dir="5400000" rotWithShape="0">
              <a:srgbClr val="000000">
                <a:alpha val="3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0" strike="noStrike" spc="-1">
                <a:solidFill>
                  <a:srgbClr val="000000"/>
                </a:solidFill>
                <a:latin typeface="Arial"/>
                <a:ea typeface="Arial"/>
              </a:rPr>
              <a:t>2.Análisis de riesgos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338904" name="Google Shape;350;p16"/>
          <p:cNvSpPr/>
          <p:nvPr/>
        </p:nvSpPr>
        <p:spPr bwMode="auto">
          <a:xfrm>
            <a:off x="8305560" y="1593360"/>
            <a:ext cx="1181520" cy="609840"/>
          </a:xfrm>
          <a:prstGeom prst="flowChartDocument">
            <a:avLst/>
          </a:prstGeom>
          <a:solidFill>
            <a:schemeClr val="lt1"/>
          </a:solidFill>
          <a:ln w="25400">
            <a:solidFill>
              <a:srgbClr val="9184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Listado de priorización de riesgos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65465505" name="Google Shape;351;p16"/>
          <p:cNvCxnSpPr/>
          <p:nvPr/>
        </p:nvCxnSpPr>
        <p:spPr bwMode="auto">
          <a:xfrm flipH="1">
            <a:off x="8892720" y="1134720"/>
            <a:ext cx="6120" cy="449640"/>
          </a:xfrm>
          <a:prstGeom prst="straightConnector1">
            <a:avLst/>
          </a:prstGeom>
          <a:ln w="25400">
            <a:solidFill>
              <a:srgbClr val="918485"/>
            </a:solidFill>
            <a:round/>
            <a:tailEnd type="triangle" w="med" len="med"/>
          </a:ln>
        </p:spPr>
      </p:cxnSp>
      <p:sp>
        <p:nvSpPr>
          <p:cNvPr id="1919753244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83" dur="indefinite" restart="never" nodeType="tmRoot">
          <p:childTnLst>
            <p:seq>
              <p:cTn id="184" dur="indefinite" nodeType="mainSeq">
                <p:childTnLst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6346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016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396089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3. Planeación de riesgos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8131123" name="PlaceHolder 2"/>
          <p:cNvSpPr>
            <a:spLocks noGrp="1"/>
          </p:cNvSpPr>
          <p:nvPr>
            <p:ph type="dt" idx="90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7682124" name="PlaceHolder 3"/>
          <p:cNvSpPr>
            <a:spLocks noGrp="1"/>
          </p:cNvSpPr>
          <p:nvPr>
            <p:ph type="sldNum" idx="91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A42586BE-C002-4CE6-B637-1FBFE24EA9EA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321937454" name="Google Shape;351;p16"/>
          <p:cNvCxnSpPr/>
          <p:nvPr/>
        </p:nvCxnSpPr>
        <p:spPr bwMode="auto">
          <a:xfrm flipH="1">
            <a:off x="8892720" y="1134720"/>
            <a:ext cx="6120" cy="449640"/>
          </a:xfrm>
          <a:prstGeom prst="straightConnector1">
            <a:avLst/>
          </a:prstGeom>
          <a:ln w="25400">
            <a:solidFill>
              <a:srgbClr val="918485"/>
            </a:solidFill>
            <a:round/>
            <a:tailEnd type="triangle" w="med" len="med"/>
          </a:ln>
        </p:spPr>
      </p:cxnSp>
      <p:grpSp>
        <p:nvGrpSpPr>
          <p:cNvPr id="1828518776" name="Google Shape;467;p24"/>
          <p:cNvGrpSpPr/>
          <p:nvPr/>
        </p:nvGrpSpPr>
        <p:grpSpPr bwMode="auto">
          <a:xfrm>
            <a:off x="7929000" y="341280"/>
            <a:ext cx="1927080" cy="2017080"/>
            <a:chOff x="7929000" y="341280"/>
            <a:chExt cx="1927080" cy="2017080"/>
          </a:xfrm>
        </p:grpSpPr>
        <p:sp>
          <p:nvSpPr>
            <p:cNvPr id="397" name="Google Shape;468;p24"/>
            <p:cNvSpPr/>
            <p:nvPr/>
          </p:nvSpPr>
          <p:spPr bwMode="auto">
            <a:xfrm>
              <a:off x="7929000" y="341280"/>
              <a:ext cx="1927080" cy="78408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C5CED1"/>
                </a:gs>
                <a:gs pos="35000">
                  <a:srgbClr val="D4DBDE"/>
                </a:gs>
                <a:gs pos="100000">
                  <a:srgbClr val="EEF2F2"/>
                </a:gs>
              </a:gsLst>
              <a:lin ang="16200000" scaled="1"/>
            </a:gradFill>
            <a:ln w="9525">
              <a:solidFill>
                <a:srgbClr val="717D81"/>
              </a:solidFill>
              <a:round/>
            </a:ln>
            <a:effectLst>
              <a:outerShdw blurRad="39960" dist="20160" dir="5400000" rotWithShape="0">
                <a:srgbClr val="000000">
                  <a:alpha val="3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es-ES" sz="1800" b="0" strike="noStrike" spc="-1">
                  <a:solidFill>
                    <a:srgbClr val="000000"/>
                  </a:solidFill>
                  <a:latin typeface="Arial"/>
                  <a:ea typeface="Arial"/>
                </a:rPr>
                <a:t>3.Planeación de riesgos</a:t>
              </a:r>
              <a:endParaRPr lang="es-E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8" name="Google Shape;469;p24"/>
            <p:cNvSpPr/>
            <p:nvPr/>
          </p:nvSpPr>
          <p:spPr bwMode="auto">
            <a:xfrm>
              <a:off x="8137440" y="1593360"/>
              <a:ext cx="1510560" cy="765000"/>
            </a:xfrm>
            <a:prstGeom prst="flowChartPredefinedProcess">
              <a:avLst/>
            </a:prstGeom>
            <a:solidFill>
              <a:schemeClr val="lt1"/>
            </a:solidFill>
            <a:ln w="25400">
              <a:solidFill>
                <a:srgbClr val="855D5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es-ES" sz="1200" b="0" strike="noStrike" spc="-1">
                  <a:solidFill>
                    <a:schemeClr val="dk1"/>
                  </a:solidFill>
                  <a:latin typeface="Calibri"/>
                  <a:ea typeface="Calibri"/>
                </a:rPr>
                <a:t>Anulación  de  riesgos  y </a:t>
              </a:r>
              <a:endParaRPr lang="es-ES" sz="1200" b="0" strike="noStrike" spc="-1">
                <a:solidFill>
                  <a:srgbClr val="000000"/>
                </a:solidFill>
                <a:latin typeface="Arial"/>
              </a:endParaRPr>
            </a:p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es-ES" sz="1200" b="0" strike="noStrike" spc="-1">
                  <a:solidFill>
                    <a:schemeClr val="dk1"/>
                  </a:solidFill>
                  <a:latin typeface="Calibri"/>
                  <a:ea typeface="Calibri"/>
                </a:rPr>
                <a:t>planes  de </a:t>
              </a:r>
              <a:endParaRPr lang="es-ES" sz="1200" b="0" strike="noStrike" spc="-1">
                <a:solidFill>
                  <a:srgbClr val="000000"/>
                </a:solidFill>
                <a:latin typeface="Arial"/>
              </a:endParaRPr>
            </a:p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es-ES" sz="1200" b="0" strike="noStrike" spc="-1">
                  <a:solidFill>
                    <a:schemeClr val="dk1"/>
                  </a:solidFill>
                  <a:latin typeface="Calibri"/>
                  <a:ea typeface="Calibri"/>
                </a:rPr>
                <a:t>contingencia</a:t>
              </a:r>
              <a:endParaRPr lang="es-E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2528188" name="Google Shape;170;p5"/>
          <p:cNvSpPr/>
          <p:nvPr/>
        </p:nvSpPr>
        <p:spPr bwMode="auto">
          <a:xfrm>
            <a:off x="1023840" y="2279520"/>
            <a:ext cx="10277280" cy="2268720"/>
          </a:xfrm>
          <a:custGeom>
            <a:avLst/>
            <a:gdLst>
              <a:gd name="textAreaLeft" fmla="*/ 0 w 10277280"/>
              <a:gd name="textAreaRight" fmla="*/ 10277640 w 10277280"/>
              <a:gd name="textAreaTop" fmla="*/ 0 h 2268720"/>
              <a:gd name="textAreaBottom" fmla="*/ 2269080 h 226872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8080" tIns="59040" rIns="118080" bIns="59040" anchor="t">
            <a:noAutofit/>
          </a:bodyPr>
          <a:p>
            <a:pPr marL="348120" indent="-348120" defTabSz="457200">
              <a:lnSpc>
                <a:spcPct val="85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Se consideran cada uno de los riesgos por encima de la línea de corte y se determina una estrategia a seguir: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85000"/>
              </a:lnSpc>
              <a:spcBef>
                <a:spcPts val="601"/>
              </a:spcBef>
              <a:defRPr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952997" name="CuadroTexto 13"/>
          <p:cNvSpPr/>
          <p:nvPr/>
        </p:nvSpPr>
        <p:spPr bwMode="auto">
          <a:xfrm>
            <a:off x="1096920" y="3234600"/>
            <a:ext cx="10204200" cy="35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60640" lvl="1" indent="-256680" defTabSz="457200">
              <a:lnSpc>
                <a:spcPct val="85000"/>
              </a:lnSpc>
              <a:spcBef>
                <a:spcPts val="601"/>
              </a:spcBef>
              <a:buClr>
                <a:srgbClr val="C00000"/>
              </a:buClr>
              <a:buFont typeface="Arial"/>
              <a:buChar char=" "/>
              <a:defRPr/>
            </a:pPr>
            <a:r>
              <a:rPr lang="es-ES" sz="2400" b="1" u="sng" strike="noStrike" spc="-1">
                <a:solidFill>
                  <a:schemeClr val="dk1"/>
                </a:solidFill>
                <a:latin typeface="Calibri"/>
                <a:ea typeface="Calibri"/>
              </a:rPr>
              <a:t>Evitar el riesgo</a:t>
            </a:r>
            <a:endParaRPr lang="es-ES" sz="2400" b="0" strike="noStrike" spc="-1">
              <a:solidFill>
                <a:srgbClr val="000000"/>
              </a:solidFill>
              <a:latin typeface="Arial"/>
            </a:endParaRPr>
          </a:p>
          <a:p>
            <a:pPr marL="411480" lvl="2" indent="-411120" defTabSz="457200">
              <a:lnSpc>
                <a:spcPct val="85000"/>
              </a:lnSpc>
              <a:spcBef>
                <a:spcPts val="601"/>
              </a:spcBef>
              <a:buClr>
                <a:srgbClr val="C00000"/>
              </a:buClr>
              <a:buFont typeface="Arial"/>
              <a:buChar char=" "/>
              <a:defRPr/>
            </a:pPr>
            <a:r>
              <a:rPr lang="es-ES" sz="2400" b="0" i="1" strike="noStrike" spc="-1">
                <a:solidFill>
                  <a:schemeClr val="dk1"/>
                </a:solidFill>
                <a:latin typeface="Calibri"/>
                <a:ea typeface="Calibri"/>
              </a:rPr>
              <a:t>Siguiendo esta estrategia, el sistema se diseña de modo que no pueda ocurrir el evento. </a:t>
            </a:r>
            <a:endParaRPr lang="es-ES" sz="2400" b="0" strike="noStrike" spc="-1">
              <a:solidFill>
                <a:srgbClr val="000000"/>
              </a:solidFill>
              <a:latin typeface="Arial"/>
            </a:endParaRPr>
          </a:p>
          <a:p>
            <a:pPr marL="260640" lvl="1" indent="-256680" defTabSz="457200">
              <a:lnSpc>
                <a:spcPct val="85000"/>
              </a:lnSpc>
              <a:spcBef>
                <a:spcPts val="601"/>
              </a:spcBef>
              <a:buClr>
                <a:srgbClr val="C00000"/>
              </a:buClr>
              <a:buFont typeface="Arial"/>
              <a:buChar char=" "/>
              <a:defRPr/>
            </a:pPr>
            <a:r>
              <a:rPr lang="es-ES" sz="2400" b="1" u="sng" strike="noStrike" spc="-1">
                <a:solidFill>
                  <a:schemeClr val="dk1"/>
                </a:solidFill>
                <a:latin typeface="Calibri"/>
                <a:ea typeface="Calibri"/>
              </a:rPr>
              <a:t>Minimizar el riesgo</a:t>
            </a:r>
            <a:endParaRPr lang="es-ES" sz="2400" b="0" strike="noStrike" spc="-1">
              <a:solidFill>
                <a:srgbClr val="000000"/>
              </a:solidFill>
              <a:latin typeface="Arial"/>
            </a:endParaRPr>
          </a:p>
          <a:p>
            <a:pPr marL="411480" lvl="2" indent="-411120" defTabSz="457200">
              <a:lnSpc>
                <a:spcPct val="85000"/>
              </a:lnSpc>
              <a:spcBef>
                <a:spcPts val="601"/>
              </a:spcBef>
              <a:buClr>
                <a:srgbClr val="C00000"/>
              </a:buClr>
              <a:buFont typeface="Arial"/>
              <a:buChar char=" "/>
              <a:defRPr/>
            </a:pPr>
            <a:r>
              <a:rPr lang="es-ES" sz="2400" b="0" i="1" strike="noStrike" spc="-1">
                <a:solidFill>
                  <a:schemeClr val="dk1"/>
                </a:solidFill>
                <a:latin typeface="Calibri"/>
                <a:ea typeface="Calibri"/>
              </a:rPr>
              <a:t>Siguiendo esta estrategia, la probabilidad que el riesgo se presente se reduce.</a:t>
            </a:r>
            <a:endParaRPr lang="es-ES" sz="2400" b="0" strike="noStrike" spc="-1">
              <a:solidFill>
                <a:srgbClr val="000000"/>
              </a:solidFill>
              <a:latin typeface="Arial"/>
            </a:endParaRPr>
          </a:p>
          <a:p>
            <a:pPr marL="260640" lvl="1" indent="-256680" defTabSz="457200">
              <a:lnSpc>
                <a:spcPct val="85000"/>
              </a:lnSpc>
              <a:spcBef>
                <a:spcPts val="601"/>
              </a:spcBef>
              <a:buClr>
                <a:srgbClr val="C00000"/>
              </a:buClr>
              <a:buFont typeface="Arial"/>
              <a:buChar char=" "/>
              <a:defRPr/>
            </a:pPr>
            <a:r>
              <a:rPr lang="es-ES" sz="2400" b="1" u="sng" strike="noStrike" spc="-1">
                <a:solidFill>
                  <a:schemeClr val="dk1"/>
                </a:solidFill>
                <a:latin typeface="Calibri"/>
                <a:ea typeface="Calibri"/>
              </a:rPr>
              <a:t>Plan de contingencia</a:t>
            </a:r>
            <a:endParaRPr lang="es-ES" sz="2400" b="0" strike="noStrike" spc="-1">
              <a:solidFill>
                <a:srgbClr val="000000"/>
              </a:solidFill>
              <a:latin typeface="Arial"/>
            </a:endParaRPr>
          </a:p>
          <a:p>
            <a:pPr marL="411480" lvl="2" indent="-411120" defTabSz="457200">
              <a:lnSpc>
                <a:spcPct val="85000"/>
              </a:lnSpc>
              <a:spcBef>
                <a:spcPts val="601"/>
              </a:spcBef>
              <a:buClr>
                <a:srgbClr val="C00000"/>
              </a:buClr>
              <a:buFont typeface="Arial"/>
              <a:buChar char=" "/>
              <a:defRPr/>
            </a:pPr>
            <a:r>
              <a:rPr lang="es-ES" sz="2400" b="0" i="1" strike="noStrike" spc="-1">
                <a:solidFill>
                  <a:schemeClr val="dk1"/>
                </a:solidFill>
                <a:latin typeface="Calibri"/>
                <a:ea typeface="Calibri"/>
              </a:rPr>
              <a:t>Siguiendo esta estrategia se está preparado para lo peor. Se acepta la aparición del riesgo y es tratado de manera de minimizar las consecuencias.</a:t>
            </a:r>
            <a:endParaRPr lang="es-E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9810964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335696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3. Planeación de riesgos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1746527" name="PlaceHolder 2"/>
          <p:cNvSpPr>
            <a:spLocks noGrp="1"/>
          </p:cNvSpPr>
          <p:nvPr>
            <p:ph type="dt" idx="92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8644894" name="PlaceHolder 3"/>
          <p:cNvSpPr>
            <a:spLocks noGrp="1"/>
          </p:cNvSpPr>
          <p:nvPr>
            <p:ph type="sldNum" idx="93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1804B45-5C17-4B1B-B31F-460E9B91B618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153554296" name="Google Shape;351;p16"/>
          <p:cNvCxnSpPr/>
          <p:nvPr/>
        </p:nvCxnSpPr>
        <p:spPr bwMode="auto">
          <a:xfrm flipH="1">
            <a:off x="8892720" y="1134720"/>
            <a:ext cx="6120" cy="449640"/>
          </a:xfrm>
          <a:prstGeom prst="straightConnector1">
            <a:avLst/>
          </a:prstGeom>
          <a:ln w="25400">
            <a:solidFill>
              <a:srgbClr val="918485"/>
            </a:solidFill>
            <a:round/>
            <a:tailEnd type="triangle" w="med" len="med"/>
          </a:ln>
        </p:spPr>
      </p:cxnSp>
      <p:grpSp>
        <p:nvGrpSpPr>
          <p:cNvPr id="1414686231" name="Google Shape;467;p24"/>
          <p:cNvGrpSpPr/>
          <p:nvPr/>
        </p:nvGrpSpPr>
        <p:grpSpPr bwMode="auto">
          <a:xfrm>
            <a:off x="7929000" y="341280"/>
            <a:ext cx="1927080" cy="2017080"/>
            <a:chOff x="7929000" y="341280"/>
            <a:chExt cx="1927080" cy="2017080"/>
          </a:xfrm>
        </p:grpSpPr>
        <p:sp>
          <p:nvSpPr>
            <p:cNvPr id="406" name="Google Shape;468;p24"/>
            <p:cNvSpPr/>
            <p:nvPr/>
          </p:nvSpPr>
          <p:spPr bwMode="auto">
            <a:xfrm>
              <a:off x="7929000" y="341280"/>
              <a:ext cx="1927080" cy="78408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C5CED1"/>
                </a:gs>
                <a:gs pos="35000">
                  <a:srgbClr val="D4DBDE"/>
                </a:gs>
                <a:gs pos="100000">
                  <a:srgbClr val="EEF2F2"/>
                </a:gs>
              </a:gsLst>
              <a:lin ang="16200000" scaled="1"/>
            </a:gradFill>
            <a:ln w="9525">
              <a:solidFill>
                <a:srgbClr val="717D81"/>
              </a:solidFill>
              <a:round/>
            </a:ln>
            <a:effectLst>
              <a:outerShdw blurRad="39960" dist="20160" dir="5400000" rotWithShape="0">
                <a:srgbClr val="000000">
                  <a:alpha val="3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es-ES" sz="1800" b="0" strike="noStrike" spc="-1">
                  <a:solidFill>
                    <a:srgbClr val="000000"/>
                  </a:solidFill>
                  <a:latin typeface="Arial"/>
                  <a:ea typeface="Arial"/>
                </a:rPr>
                <a:t>3.Planeación de riesgos</a:t>
              </a:r>
              <a:endParaRPr lang="es-E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7" name="Google Shape;469;p24"/>
            <p:cNvSpPr/>
            <p:nvPr/>
          </p:nvSpPr>
          <p:spPr bwMode="auto">
            <a:xfrm>
              <a:off x="8137440" y="1593360"/>
              <a:ext cx="1510560" cy="765000"/>
            </a:xfrm>
            <a:prstGeom prst="flowChartPredefinedProcess">
              <a:avLst/>
            </a:prstGeom>
            <a:solidFill>
              <a:schemeClr val="lt1"/>
            </a:solidFill>
            <a:ln w="25400">
              <a:solidFill>
                <a:srgbClr val="855D5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es-ES" sz="1200" b="0" strike="noStrike" spc="-1">
                  <a:solidFill>
                    <a:schemeClr val="dk1"/>
                  </a:solidFill>
                  <a:latin typeface="Calibri"/>
                  <a:ea typeface="Calibri"/>
                </a:rPr>
                <a:t>Anulación  de  riesgos  y </a:t>
              </a:r>
              <a:endParaRPr lang="es-ES" sz="1200" b="0" strike="noStrike" spc="-1">
                <a:solidFill>
                  <a:srgbClr val="000000"/>
                </a:solidFill>
                <a:latin typeface="Arial"/>
              </a:endParaRPr>
            </a:p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es-ES" sz="1200" b="0" strike="noStrike" spc="-1">
                  <a:solidFill>
                    <a:schemeClr val="dk1"/>
                  </a:solidFill>
                  <a:latin typeface="Calibri"/>
                  <a:ea typeface="Calibri"/>
                </a:rPr>
                <a:t>planes  de </a:t>
              </a:r>
              <a:endParaRPr lang="es-ES" sz="1200" b="0" strike="noStrike" spc="-1">
                <a:solidFill>
                  <a:srgbClr val="000000"/>
                </a:solidFill>
                <a:latin typeface="Arial"/>
              </a:endParaRPr>
            </a:p>
            <a:p>
              <a:pPr defTabSz="4572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es-ES" sz="1200" b="0" strike="noStrike" spc="-1">
                  <a:solidFill>
                    <a:schemeClr val="dk1"/>
                  </a:solidFill>
                  <a:latin typeface="Calibri"/>
                  <a:ea typeface="Calibri"/>
                </a:rPr>
                <a:t>contingencia</a:t>
              </a:r>
              <a:endParaRPr lang="es-E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950887258" name="Google Shape;496;p27" descr=""/>
          <p:cNvPicPr/>
          <p:nvPr/>
        </p:nvPicPr>
        <p:blipFill rotWithShape="1">
          <a:blip r:embed="rId3"/>
          <a:stretch/>
        </p:blipFill>
        <p:spPr bwMode="auto">
          <a:xfrm>
            <a:off x="2333519" y="2358720"/>
            <a:ext cx="7514280" cy="3948120"/>
          </a:xfrm>
          <a:prstGeom prst="rect">
            <a:avLst/>
          </a:prstGeom>
          <a:ln w="0">
            <a:noFill/>
          </a:ln>
          <a:effectLst>
            <a:outerShdw blurRad="291960" dist="138988" dir="2700000" algn="tl" rotWithShape="0">
              <a:srgbClr val="333333">
                <a:alpha val="64000"/>
              </a:srgbClr>
            </a:outerShdw>
          </a:effectLst>
        </p:spPr>
      </p:pic>
      <p:sp>
        <p:nvSpPr>
          <p:cNvPr id="2055549278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6930068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4. Supervisión de riesgos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75335784" name="PlaceHolder 2"/>
          <p:cNvSpPr>
            <a:spLocks noGrp="1"/>
          </p:cNvSpPr>
          <p:nvPr>
            <p:ph type="dt" idx="94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7602040" name="PlaceHolder 3"/>
          <p:cNvSpPr>
            <a:spLocks noGrp="1"/>
          </p:cNvSpPr>
          <p:nvPr>
            <p:ph type="sldNum" idx="95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0C8D792A-CFCB-4DFE-A280-516A4CB23DB2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1698597058" name="Google Shape;351;p16"/>
          <p:cNvCxnSpPr/>
          <p:nvPr/>
        </p:nvCxnSpPr>
        <p:spPr bwMode="auto">
          <a:xfrm flipH="1">
            <a:off x="8892720" y="1134720"/>
            <a:ext cx="6120" cy="449640"/>
          </a:xfrm>
          <a:prstGeom prst="straightConnector1">
            <a:avLst/>
          </a:prstGeom>
          <a:ln w="25400">
            <a:solidFill>
              <a:srgbClr val="918485"/>
            </a:solidFill>
            <a:round/>
            <a:tailEnd type="triangle" w="med" len="med"/>
          </a:ln>
        </p:spPr>
      </p:cxnSp>
      <p:sp>
        <p:nvSpPr>
          <p:cNvPr id="142320704" name="Google Shape;507;p28"/>
          <p:cNvSpPr/>
          <p:nvPr/>
        </p:nvSpPr>
        <p:spPr bwMode="auto">
          <a:xfrm>
            <a:off x="7929000" y="314640"/>
            <a:ext cx="1927080" cy="784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B983"/>
              </a:gs>
              <a:gs pos="35000">
                <a:srgbClr val="FFCCA8"/>
              </a:gs>
              <a:gs pos="100000">
                <a:srgbClr val="FFE9DB"/>
              </a:gs>
            </a:gsLst>
            <a:lin ang="16200000" scaled="1"/>
          </a:gradFill>
          <a:ln w="9525">
            <a:solidFill>
              <a:srgbClr val="E47F1C"/>
            </a:solidFill>
            <a:round/>
          </a:ln>
          <a:effectLst>
            <a:outerShdw blurRad="39960" dist="20160" dir="5400000" rotWithShape="0">
              <a:srgbClr val="000000">
                <a:alpha val="3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0" strike="noStrike" spc="-1">
                <a:solidFill>
                  <a:srgbClr val="000000"/>
                </a:solidFill>
                <a:latin typeface="Arial"/>
                <a:ea typeface="Arial"/>
              </a:rPr>
              <a:t>4.Supervisión de riesgos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683228" name="Google Shape;509;p28"/>
          <p:cNvSpPr/>
          <p:nvPr/>
        </p:nvSpPr>
        <p:spPr bwMode="auto">
          <a:xfrm>
            <a:off x="8282520" y="1620000"/>
            <a:ext cx="1220040" cy="592200"/>
          </a:xfrm>
          <a:prstGeom prst="flowChartPredefinedProcess">
            <a:avLst/>
          </a:prstGeom>
          <a:solidFill>
            <a:schemeClr val="lt1"/>
          </a:solidFill>
          <a:ln w="25400">
            <a:solidFill>
              <a:srgbClr val="A28E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Valoración  de  riesgos 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2635276" name="Google Shape;170;p5"/>
          <p:cNvSpPr/>
          <p:nvPr/>
        </p:nvSpPr>
        <p:spPr bwMode="auto">
          <a:xfrm>
            <a:off x="987480" y="2162880"/>
            <a:ext cx="10224720" cy="2268720"/>
          </a:xfrm>
          <a:custGeom>
            <a:avLst/>
            <a:gdLst>
              <a:gd name="textAreaLeft" fmla="*/ 0 w 10224720"/>
              <a:gd name="textAreaRight" fmla="*/ 10225080 w 10224720"/>
              <a:gd name="textAreaTop" fmla="*/ 0 h 2268720"/>
              <a:gd name="textAreaBottom" fmla="*/ 2269080 h 226872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8080" tIns="59040" rIns="118080" bIns="59040" anchor="t">
            <a:noAutofit/>
          </a:bodyPr>
          <a:p>
            <a:pPr marL="546120" indent="-546120" algn="just" defTabSz="457200">
              <a:lnSpc>
                <a:spcPct val="100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Evaluar si ha cambiado la probabilidad de cada riesgo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marL="546120" indent="-546120" algn="just" defTabSz="457200">
              <a:lnSpc>
                <a:spcPct val="100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Evaluar la efectividad de las estrategias propuestas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marL="546120" indent="-546120" algn="just" defTabSz="457200">
              <a:lnSpc>
                <a:spcPct val="100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Detectar la ocurrencia de un riesgo que fue previsto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marL="546120" indent="-546120" algn="just" defTabSz="457200">
              <a:lnSpc>
                <a:spcPct val="100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Asegurar que se están cumpliendo los pasos definidos para cada riesgo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marL="546120" indent="-546120" algn="just" defTabSz="457200">
              <a:lnSpc>
                <a:spcPct val="100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Recopilar información para el futuro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marL="546120" indent="-546120" algn="just" defTabSz="457200">
              <a:lnSpc>
                <a:spcPct val="100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Determinar si existen nuevos riesgos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marL="546120" indent="-546120" algn="just" defTabSz="457200">
              <a:lnSpc>
                <a:spcPct val="100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Reevaluar periódicamente los riesgos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526110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1227809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4. Supervisión de riesgos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27314182" name="PlaceHolder 2"/>
          <p:cNvSpPr>
            <a:spLocks noGrp="1"/>
          </p:cNvSpPr>
          <p:nvPr>
            <p:ph type="dt" idx="96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7542157" name="PlaceHolder 3"/>
          <p:cNvSpPr>
            <a:spLocks noGrp="1"/>
          </p:cNvSpPr>
          <p:nvPr>
            <p:ph type="sldNum" idx="97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7ED42F0E-3099-479C-8787-A49A1C88E8D9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1316348429" name="Google Shape;351;p16"/>
          <p:cNvCxnSpPr/>
          <p:nvPr/>
        </p:nvCxnSpPr>
        <p:spPr bwMode="auto">
          <a:xfrm flipH="1">
            <a:off x="8892720" y="1134720"/>
            <a:ext cx="6120" cy="449640"/>
          </a:xfrm>
          <a:prstGeom prst="straightConnector1">
            <a:avLst/>
          </a:prstGeom>
          <a:ln w="25400">
            <a:solidFill>
              <a:srgbClr val="918485"/>
            </a:solidFill>
            <a:round/>
            <a:tailEnd type="triangle" w="med" len="med"/>
          </a:ln>
        </p:spPr>
      </p:cxnSp>
      <p:sp>
        <p:nvSpPr>
          <p:cNvPr id="1516827311" name="Google Shape;507;p28"/>
          <p:cNvSpPr/>
          <p:nvPr/>
        </p:nvSpPr>
        <p:spPr bwMode="auto">
          <a:xfrm>
            <a:off x="7929000" y="314640"/>
            <a:ext cx="1927080" cy="784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B983"/>
              </a:gs>
              <a:gs pos="35000">
                <a:srgbClr val="FFCCA8"/>
              </a:gs>
              <a:gs pos="100000">
                <a:srgbClr val="FFE9DB"/>
              </a:gs>
            </a:gsLst>
            <a:lin ang="16200000" scaled="1"/>
          </a:gradFill>
          <a:ln w="9525">
            <a:solidFill>
              <a:srgbClr val="E47F1C"/>
            </a:solidFill>
            <a:round/>
          </a:ln>
          <a:effectLst>
            <a:outerShdw blurRad="39960" dist="20160" dir="5400000" rotWithShape="0">
              <a:srgbClr val="000000">
                <a:alpha val="3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0" strike="noStrike" spc="-1">
                <a:solidFill>
                  <a:srgbClr val="000000"/>
                </a:solidFill>
                <a:latin typeface="Arial"/>
                <a:ea typeface="Arial"/>
              </a:rPr>
              <a:t>4.Supervisión de riesgos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9622536" name="Google Shape;509;p28"/>
          <p:cNvSpPr/>
          <p:nvPr/>
        </p:nvSpPr>
        <p:spPr bwMode="auto">
          <a:xfrm>
            <a:off x="8282520" y="1620000"/>
            <a:ext cx="1220040" cy="592200"/>
          </a:xfrm>
          <a:prstGeom prst="flowChartPredefinedProcess">
            <a:avLst/>
          </a:prstGeom>
          <a:solidFill>
            <a:schemeClr val="lt1"/>
          </a:solidFill>
          <a:ln w="25400">
            <a:solidFill>
              <a:srgbClr val="A28E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Valoración  de  riesgos 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559969" name="Google Shape;170;p5"/>
          <p:cNvSpPr/>
          <p:nvPr/>
        </p:nvSpPr>
        <p:spPr bwMode="auto">
          <a:xfrm>
            <a:off x="987480" y="2162880"/>
            <a:ext cx="10690920" cy="2268720"/>
          </a:xfrm>
          <a:custGeom>
            <a:avLst/>
            <a:gdLst>
              <a:gd name="textAreaLeft" fmla="*/ 0 w 10690920"/>
              <a:gd name="textAreaRight" fmla="*/ 10691280 w 10690920"/>
              <a:gd name="textAreaTop" fmla="*/ 0 h 2268720"/>
              <a:gd name="textAreaBottom" fmla="*/ 2269080 h 226872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8080" tIns="59040" rIns="118080" bIns="5904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s-ES" sz="3200" b="0" strike="noStrike" spc="-1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1036172130" name="Google Shape;170;p5"/>
          <p:cNvSpPr/>
          <p:nvPr/>
        </p:nvSpPr>
        <p:spPr bwMode="auto">
          <a:xfrm>
            <a:off x="1139760" y="2187000"/>
            <a:ext cx="10072440" cy="2268720"/>
          </a:xfrm>
          <a:custGeom>
            <a:avLst/>
            <a:gdLst>
              <a:gd name="textAreaLeft" fmla="*/ 0 w 10072440"/>
              <a:gd name="textAreaRight" fmla="*/ 10072800 w 10072440"/>
              <a:gd name="textAreaTop" fmla="*/ 0 h 2268720"/>
              <a:gd name="textAreaBottom" fmla="*/ 2269080 h 226872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8080" tIns="59040" rIns="118080" bIns="59040" anchor="t">
            <a:noAutofit/>
          </a:bodyPr>
          <a:p>
            <a:pPr marL="546120" indent="-546120" algn="just" defTabSz="457200">
              <a:lnSpc>
                <a:spcPct val="100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Los riesgos deben monitorizarse comúnmente en todas las etapas del proyecto. En cada revisión administrativa, es necesario reflexionar y estudiar cada uno de los riesgos clave por separado. 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  <a:p>
            <a:pPr marL="546120" indent="-546120" algn="just" defTabSz="457200">
              <a:lnSpc>
                <a:spcPct val="100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3200" b="0" strike="noStrike" spc="-1">
                <a:solidFill>
                  <a:srgbClr val="000000"/>
                </a:solidFill>
                <a:latin typeface="Calibri"/>
                <a:ea typeface="Calibri"/>
              </a:rPr>
              <a:t>También hay que decidir si es más o menos probable que surja el riesgo, y si cambiaron la gravedad y las consecuencias del riesgo.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659172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593138" name="PlaceHolder 1"/>
          <p:cNvSpPr>
            <a:spLocks noGrp="1"/>
          </p:cNvSpPr>
          <p:nvPr>
            <p:ph type="title"/>
          </p:nvPr>
        </p:nvSpPr>
        <p:spPr bwMode="auto">
          <a:xfrm>
            <a:off x="1097280" y="5074920"/>
            <a:ext cx="10112760" cy="8226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3600" b="0" strike="noStrike" spc="-52">
                <a:solidFill>
                  <a:srgbClr val="FFFFFF"/>
                </a:solidFill>
                <a:latin typeface="Calibri"/>
              </a:rPr>
              <a:t>Ejercicio de gestión de riesgos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524629572" name="Marcador de posición de imagen 11" descr=""/>
          <p:cNvPicPr/>
          <p:nvPr/>
        </p:nvPicPr>
        <p:blipFill rotWithShape="1">
          <a:blip r:embed="rId3"/>
          <a:srcRect l="0" t="19768" r="0" b="19768"/>
          <a:stretch/>
        </p:blipFill>
        <p:spPr bwMode="auto">
          <a:xfrm>
            <a:off x="0" y="0"/>
            <a:ext cx="12191760" cy="4914720"/>
          </a:xfrm>
          <a:prstGeom prst="rect">
            <a:avLst/>
          </a:prstGeom>
          <a:ln w="0">
            <a:noFill/>
          </a:ln>
        </p:spPr>
      </p:pic>
      <p:sp>
        <p:nvSpPr>
          <p:cNvPr id="742985099" name="PlaceHolder 2"/>
          <p:cNvSpPr>
            <a:spLocks noGrp="1"/>
          </p:cNvSpPr>
          <p:nvPr>
            <p:ph/>
          </p:nvPr>
        </p:nvSpPr>
        <p:spPr bwMode="auto">
          <a:xfrm>
            <a:off x="1097280" y="5906880"/>
            <a:ext cx="10112760" cy="5940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numCol="1" spcCol="0" anchor="t">
            <a:noAutofit/>
          </a:bodyPr>
          <a:p>
            <a:pPr indent="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  <a:defRPr/>
            </a:pPr>
            <a:r>
              <a:rPr lang="es-ES" sz="1500" b="0" strike="noStrike" spc="-1">
                <a:solidFill>
                  <a:srgbClr val="FFFFFF"/>
                </a:solidFill>
                <a:latin typeface="Calibri"/>
              </a:rPr>
              <a:t>Sistema de Gestión de Stock </a:t>
            </a:r>
            <a:endParaRPr lang="en-US" sz="1500" b="0" strike="noStrike" spc="-1">
              <a:solidFill>
                <a:srgbClr val="404040"/>
              </a:solidFill>
              <a:latin typeface="Calibri"/>
            </a:endParaRPr>
          </a:p>
          <a:p>
            <a:pPr indent="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  <a:defRPr/>
            </a:pPr>
            <a:endParaRPr lang="en-US" sz="15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93386922" name="PlaceHolder 3"/>
          <p:cNvSpPr>
            <a:spLocks noGrp="1"/>
          </p:cNvSpPr>
          <p:nvPr>
            <p:ph type="dt" idx="98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094582" name="PlaceHolder 4"/>
          <p:cNvSpPr>
            <a:spLocks noGrp="1"/>
          </p:cNvSpPr>
          <p:nvPr>
            <p:ph type="sldNum" idx="99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92D35B20-A9A1-44E5-B9F4-639EA9D4B315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3931385" name="PlaceHolder 5"/>
          <p:cNvSpPr>
            <a:spLocks noGrp="1"/>
          </p:cNvSpPr>
          <p:nvPr>
            <p:ph type="ftr" idx="4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299381" name="PlaceHolder 1"/>
          <p:cNvSpPr>
            <a:spLocks noGrp="1"/>
          </p:cNvSpPr>
          <p:nvPr>
            <p:ph/>
          </p:nvPr>
        </p:nvSpPr>
        <p:spPr bwMode="auto">
          <a:xfrm>
            <a:off x="4572000" y="731520"/>
            <a:ext cx="6720480" cy="5257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numCol="1" spcCol="0" anchor="t">
            <a:noAutofit/>
          </a:bodyPr>
          <a:p>
            <a:pPr marL="449280" indent="-449280" algn="just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C00000"/>
              </a:buClr>
              <a:buFont typeface="Wingdings"/>
              <a:buChar char=""/>
              <a:defRPr/>
            </a:pPr>
            <a:r>
              <a:rPr lang="es-ES" sz="2400" b="0" strike="noStrike" spc="-1">
                <a:solidFill>
                  <a:schemeClr val="dk1"/>
                </a:solidFill>
                <a:latin typeface="Calibri"/>
                <a:ea typeface="Roboto"/>
              </a:rPr>
              <a:t>Estás liderando un equipo de desarrollo de software encargado de construir un Sistema de Gestión de Stock para una cadena de tiendas minoristas de productos de limpieza.  </a:t>
            </a:r>
            <a:endParaRPr lang="en-US" sz="2400" b="0" strike="noStrike" spc="-1">
              <a:solidFill>
                <a:srgbClr val="404040"/>
              </a:solidFill>
              <a:latin typeface="Calibri"/>
            </a:endParaRPr>
          </a:p>
          <a:p>
            <a:pPr marL="449280" indent="-449280" algn="just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C00000"/>
              </a:buClr>
              <a:buFont typeface="Wingdings"/>
              <a:buChar char=""/>
              <a:defRPr/>
            </a:pPr>
            <a:r>
              <a:rPr lang="es-ES" sz="2400" b="0" strike="noStrike" spc="-1">
                <a:solidFill>
                  <a:schemeClr val="dk1"/>
                </a:solidFill>
                <a:latin typeface="Calibri"/>
                <a:ea typeface="Roboto"/>
              </a:rPr>
              <a:t>Cada tienda utilizará el mismo sistema. </a:t>
            </a:r>
            <a:endParaRPr lang="en-US" sz="2400" b="0" strike="noStrike" spc="-1">
              <a:solidFill>
                <a:srgbClr val="404040"/>
              </a:solidFill>
              <a:latin typeface="Calibri"/>
            </a:endParaRPr>
          </a:p>
          <a:p>
            <a:pPr marL="449280" indent="-449280" algn="just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C00000"/>
              </a:buClr>
              <a:buFont typeface="Wingdings"/>
              <a:buChar char=""/>
              <a:defRPr/>
            </a:pPr>
            <a:r>
              <a:rPr lang="es-ES" sz="2400" b="0" strike="noStrike" spc="-1">
                <a:solidFill>
                  <a:schemeClr val="dk1"/>
                </a:solidFill>
                <a:latin typeface="Calibri"/>
                <a:ea typeface="Roboto"/>
              </a:rPr>
              <a:t>El sistema debe gestionar el inventario de productos, realizar ventas, actualizar automáticamente el stock, generar informes de ventas e inventario y órdenes de reposición de stock. </a:t>
            </a:r>
            <a:endParaRPr lang="en-US" sz="2400" b="0" strike="noStrike" spc="-1">
              <a:solidFill>
                <a:srgbClr val="404040"/>
              </a:solidFill>
              <a:latin typeface="Calibri"/>
            </a:endParaRPr>
          </a:p>
          <a:p>
            <a:pPr marL="449280" indent="-449280" algn="just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C00000"/>
              </a:buClr>
              <a:buFont typeface="Wingdings"/>
              <a:buChar char=""/>
              <a:defRPr/>
            </a:pPr>
            <a:r>
              <a:rPr lang="es-ES" sz="2400" b="0" strike="noStrike" spc="-1">
                <a:solidFill>
                  <a:schemeClr val="dk1"/>
                </a:solidFill>
                <a:latin typeface="Calibri"/>
                <a:ea typeface="Roboto"/>
              </a:rPr>
              <a:t>Debe integrarse al sistema central para recopilar la información de cada stock de cada tienda.</a:t>
            </a:r>
            <a:endParaRPr lang="en-US" sz="24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522691814" name="PlaceHolder 2"/>
          <p:cNvSpPr>
            <a:spLocks noGrp="1"/>
          </p:cNvSpPr>
          <p:nvPr>
            <p:ph type="title"/>
          </p:nvPr>
        </p:nvSpPr>
        <p:spPr bwMode="auto">
          <a:xfrm>
            <a:off x="457200" y="594360"/>
            <a:ext cx="3200040" cy="228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p>
            <a:pPr indent="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s-ES" sz="3600" b="0" strike="noStrike" spc="-52">
                <a:solidFill>
                  <a:srgbClr val="FFFFFF"/>
                </a:solidFill>
                <a:latin typeface="Calibri"/>
              </a:rPr>
              <a:t>Ejercicio de gestión de riesgos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7787063" name="PlaceHolder 3"/>
          <p:cNvSpPr>
            <a:spLocks noGrp="1"/>
          </p:cNvSpPr>
          <p:nvPr>
            <p:ph/>
          </p:nvPr>
        </p:nvSpPr>
        <p:spPr bwMode="auto">
          <a:xfrm>
            <a:off x="457200" y="2926080"/>
            <a:ext cx="3200040" cy="337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  <a:defRPr/>
            </a:pPr>
            <a:r>
              <a:rPr lang="es-ES" sz="1500" b="0" strike="noStrike" spc="-1">
                <a:solidFill>
                  <a:srgbClr val="FFFFFF"/>
                </a:solidFill>
                <a:latin typeface="Calibri"/>
              </a:rPr>
              <a:t>Sistema de Gestión de Stock </a:t>
            </a:r>
            <a:endParaRPr lang="en-US" sz="15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158817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594360"/>
            <a:ext cx="3200040" cy="228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p>
            <a:pPr indent="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s-ES" sz="3600" b="0" strike="noStrike" spc="-52">
                <a:solidFill>
                  <a:srgbClr val="FFFFFF"/>
                </a:solidFill>
                <a:latin typeface="Calibri"/>
              </a:rPr>
              <a:t>Ejercicio de gestión de riesgos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8600420" name="PlaceHolder 2"/>
          <p:cNvSpPr>
            <a:spLocks noGrp="1"/>
          </p:cNvSpPr>
          <p:nvPr>
            <p:ph/>
          </p:nvPr>
        </p:nvSpPr>
        <p:spPr bwMode="auto">
          <a:xfrm>
            <a:off x="4800600" y="731520"/>
            <a:ext cx="6491880" cy="5257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p>
            <a:pPr marL="457200" indent="-457200" algn="just">
              <a:lnSpc>
                <a:spcPct val="90000"/>
              </a:lnSpc>
              <a:spcBef>
                <a:spcPts val="1500"/>
              </a:spcBef>
              <a:buClr>
                <a:srgbClr val="000000"/>
              </a:buClr>
              <a:buFont typeface="Calibri"/>
              <a:buAutoNum type="arabicPeriod"/>
              <a:defRPr/>
            </a:pPr>
            <a:r>
              <a:rPr lang="es-ES" sz="2400" b="1" strike="noStrike" spc="-1">
                <a:solidFill>
                  <a:schemeClr val="dk1"/>
                </a:solidFill>
                <a:latin typeface="Calibri"/>
              </a:rPr>
              <a:t>Identificación de riesgos</a:t>
            </a:r>
            <a:endParaRPr lang="en-US" sz="2400" b="0" strike="noStrike" spc="-1">
              <a:solidFill>
                <a:srgbClr val="404040"/>
              </a:solidFill>
              <a:latin typeface="Calibri"/>
            </a:endParaRPr>
          </a:p>
          <a:p>
            <a:pPr indent="0" algn="just">
              <a:lnSpc>
                <a:spcPct val="90000"/>
              </a:lnSpc>
              <a:spcBef>
                <a:spcPts val="1500"/>
              </a:spcBef>
              <a:buNone/>
              <a:tabLst>
                <a:tab pos="0" algn="l"/>
              </a:tabLst>
              <a:defRPr/>
            </a:pPr>
            <a:r>
              <a:rPr lang="es-ES" sz="2400" b="0" u="sng" strike="noStrike" spc="-1">
                <a:solidFill>
                  <a:srgbClr val="404040"/>
                </a:solidFill>
                <a:latin typeface="Calibri"/>
              </a:rPr>
              <a:t>Armar listado de posibles riesgos</a:t>
            </a:r>
            <a:endParaRPr lang="en-US" sz="2400" b="0" strike="noStrike" spc="-1">
              <a:solidFill>
                <a:srgbClr val="404040"/>
              </a:solidFill>
              <a:latin typeface="Calibri"/>
            </a:endParaRPr>
          </a:p>
          <a:p>
            <a:pPr indent="0" algn="just">
              <a:lnSpc>
                <a:spcPct val="90000"/>
              </a:lnSpc>
              <a:spcBef>
                <a:spcPts val="1500"/>
              </a:spcBef>
              <a:buNone/>
              <a:tabLst>
                <a:tab pos="0" algn="l"/>
              </a:tabLst>
              <a:defRPr/>
            </a:pPr>
            <a:r>
              <a:rPr lang="es-ES" sz="2400" b="0" strike="noStrike" spc="-1">
                <a:solidFill>
                  <a:srgbClr val="404040"/>
                </a:solidFill>
                <a:latin typeface="Calibri"/>
              </a:rPr>
              <a:t>¿Cuáles pueden ser? Cada uno anota los posibles riesgos y luego comparamos entre todos.</a:t>
            </a:r>
            <a:endParaRPr lang="en-US" sz="2400" b="0" strike="noStrike" spc="-1">
              <a:solidFill>
                <a:srgbClr val="404040"/>
              </a:solidFill>
              <a:latin typeface="Calibri"/>
            </a:endParaRPr>
          </a:p>
          <a:p>
            <a:pPr marL="457200" indent="-228600" algn="just">
              <a:lnSpc>
                <a:spcPct val="90000"/>
              </a:lnSpc>
              <a:buNone/>
              <a:tabLst>
                <a:tab pos="0" algn="l"/>
              </a:tabLst>
              <a:defRPr/>
            </a:pPr>
            <a:endParaRPr lang="en-US" sz="24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321716025" name="PlaceHolder 3"/>
          <p:cNvSpPr>
            <a:spLocks noGrp="1"/>
          </p:cNvSpPr>
          <p:nvPr>
            <p:ph/>
          </p:nvPr>
        </p:nvSpPr>
        <p:spPr bwMode="auto">
          <a:xfrm>
            <a:off x="457200" y="2926080"/>
            <a:ext cx="3200040" cy="337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  <a:defRPr/>
            </a:pPr>
            <a:r>
              <a:rPr lang="es-ES" sz="1500" b="0" strike="noStrike" spc="-1">
                <a:solidFill>
                  <a:srgbClr val="FFFFFF"/>
                </a:solidFill>
                <a:latin typeface="Calibri"/>
              </a:rPr>
              <a:t>Sistema de Gestión de Stock </a:t>
            </a:r>
            <a:endParaRPr lang="en-US" sz="15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672629009" name="PlaceHolder 4"/>
          <p:cNvSpPr>
            <a:spLocks noGrp="1"/>
          </p:cNvSpPr>
          <p:nvPr>
            <p:ph type="dt" idx="100"/>
          </p:nvPr>
        </p:nvSpPr>
        <p:spPr bwMode="auto">
          <a:xfrm>
            <a:off x="465120" y="6459480"/>
            <a:ext cx="26190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165616" name="PlaceHolder 5"/>
          <p:cNvSpPr>
            <a:spLocks noGrp="1"/>
          </p:cNvSpPr>
          <p:nvPr>
            <p:ph type="ftr" idx="101"/>
          </p:nvPr>
        </p:nvSpPr>
        <p:spPr bwMode="auto">
          <a:xfrm>
            <a:off x="4800600" y="6459480"/>
            <a:ext cx="46479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cap="all" spc="-1">
                <a:solidFill>
                  <a:schemeClr val="dk2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cap="all" spc="-1">
                <a:solidFill>
                  <a:schemeClr val="dk2"/>
                </a:solidFill>
                <a:latin typeface="Calibri"/>
              </a:rPr>
              <a:t>Ingeniería de Software II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778037" name="PlaceHolder 6"/>
          <p:cNvSpPr>
            <a:spLocks noGrp="1"/>
          </p:cNvSpPr>
          <p:nvPr>
            <p:ph type="sldNum" idx="102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DB5B0A3E-10E6-4DD0-A837-B7D364A83542}" type="slidenum">
              <a:rPr lang="es-ES" sz="1050" b="0" strike="noStrike" spc="-1">
                <a:solidFill>
                  <a:schemeClr val="dk2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677001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1. Identificación de riesgos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43647443" name="PlaceHolder 2"/>
          <p:cNvSpPr>
            <a:spLocks noGrp="1"/>
          </p:cNvSpPr>
          <p:nvPr>
            <p:ph type="dt" idx="103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7220046" name="PlaceHolder 3"/>
          <p:cNvSpPr>
            <a:spLocks noGrp="1"/>
          </p:cNvSpPr>
          <p:nvPr>
            <p:ph type="sldNum" idx="104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C148DF15-F945-4367-84F7-35FF90DB9628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0491042" name="Google Shape;170;p5"/>
          <p:cNvSpPr/>
          <p:nvPr/>
        </p:nvSpPr>
        <p:spPr bwMode="auto">
          <a:xfrm>
            <a:off x="987480" y="2162880"/>
            <a:ext cx="10690920" cy="2268720"/>
          </a:xfrm>
          <a:custGeom>
            <a:avLst/>
            <a:gdLst>
              <a:gd name="textAreaLeft" fmla="*/ 0 w 10690920"/>
              <a:gd name="textAreaRight" fmla="*/ 10691280 w 10690920"/>
              <a:gd name="textAreaTop" fmla="*/ 0 h 2268720"/>
              <a:gd name="textAreaBottom" fmla="*/ 2269080 h 226872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8080" tIns="59040" rIns="118080" bIns="5904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s-ES" sz="3200" b="0" strike="noStrike" spc="-1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1098824634" name="CuadroTexto 9"/>
          <p:cNvSpPr/>
          <p:nvPr/>
        </p:nvSpPr>
        <p:spPr bwMode="auto">
          <a:xfrm>
            <a:off x="1036800" y="1736640"/>
            <a:ext cx="9887760" cy="457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228600" defTabSz="457200">
              <a:lnSpc>
                <a:spcPct val="100000"/>
              </a:lnSpc>
              <a:buClr>
                <a:srgbClr val="0D0D0D"/>
              </a:buClr>
              <a:buFont typeface="Arial"/>
              <a:buAutoNum type="arabicPeriod"/>
              <a:defRPr/>
            </a:pPr>
            <a:r>
              <a:rPr lang="es-ES" sz="2000" b="1" strike="noStrike" spc="-1">
                <a:solidFill>
                  <a:srgbClr val="0D0D0D"/>
                </a:solidFill>
                <a:latin typeface="Calibri"/>
                <a:ea typeface="Calibri"/>
              </a:rPr>
              <a:t>Requerimientos Cambiantes:</a:t>
            </a: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0" i="1" strike="noStrike" spc="-1">
                <a:solidFill>
                  <a:srgbClr val="0D0D0D"/>
                </a:solidFill>
                <a:latin typeface="Calibri"/>
                <a:ea typeface="Calibri"/>
              </a:rPr>
              <a:t>Justificación:</a:t>
            </a:r>
            <a:r>
              <a:rPr lang="es-ES" sz="1800" b="0" strike="noStrike" spc="-1">
                <a:solidFill>
                  <a:srgbClr val="0D0D0D"/>
                </a:solidFill>
                <a:latin typeface="Calibri"/>
                <a:ea typeface="Calibri"/>
              </a:rPr>
              <a:t> La experiencia muestra que los cambios en los requisitos del cliente pueden surgir durante el desarrollo del proyecto debido a una comprensión incompleta de las necesidades iniciales o a cambios en el entorno del negocio. Estos cambios pueden impactar significativamente en la planificación y la ejecución del proyecto.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228600" defTabSz="457200">
              <a:lnSpc>
                <a:spcPct val="100000"/>
              </a:lnSpc>
              <a:buClr>
                <a:srgbClr val="0D0D0D"/>
              </a:buClr>
              <a:buFont typeface="Arial"/>
              <a:buAutoNum type="arabicPeriod"/>
              <a:tabLst>
                <a:tab pos="0" algn="l"/>
              </a:tabLst>
              <a:defRPr/>
            </a:pPr>
            <a:r>
              <a:rPr lang="es-ES" sz="2000" b="1" strike="noStrike" spc="-1">
                <a:solidFill>
                  <a:srgbClr val="0D0D0D"/>
                </a:solidFill>
                <a:latin typeface="Calibri"/>
                <a:ea typeface="Calibri"/>
              </a:rPr>
              <a:t>Falta de Experiencia en Tecnologías Nuevas:</a:t>
            </a: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0" i="1" strike="noStrike" spc="-1">
                <a:solidFill>
                  <a:srgbClr val="0D0D0D"/>
                </a:solidFill>
                <a:latin typeface="Calibri"/>
                <a:ea typeface="Calibri"/>
              </a:rPr>
              <a:t>Justificación:</a:t>
            </a:r>
            <a:r>
              <a:rPr lang="es-ES" sz="1800" b="0" strike="noStrike" spc="-1">
                <a:solidFill>
                  <a:srgbClr val="0D0D0D"/>
                </a:solidFill>
                <a:latin typeface="Calibri"/>
                <a:ea typeface="Calibri"/>
              </a:rPr>
              <a:t> La falta de experiencia en las tecnologías seleccionadas aumenta el riesgo de errores técnicos, demoras y problemas de calidad. La adopción de nuevas tecnologías sin un entendimiento adecuado puede llevar a la toma de decisiones incorrectas y afectar negativamente la entrega del producto.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228600" defTabSz="457200">
              <a:lnSpc>
                <a:spcPct val="100000"/>
              </a:lnSpc>
              <a:buClr>
                <a:srgbClr val="0D0D0D"/>
              </a:buClr>
              <a:buFont typeface="Arial"/>
              <a:buAutoNum type="arabicPeriod"/>
              <a:tabLst>
                <a:tab pos="0" algn="l"/>
              </a:tabLst>
              <a:defRPr/>
            </a:pPr>
            <a:r>
              <a:rPr lang="es-ES" sz="2000" b="1" strike="noStrike" spc="-1">
                <a:solidFill>
                  <a:srgbClr val="0D0D0D"/>
                </a:solidFill>
                <a:latin typeface="Calibri"/>
                <a:ea typeface="Calibri"/>
              </a:rPr>
              <a:t>Problemas de Integración:</a:t>
            </a: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0" i="1" strike="noStrike" spc="-1">
                <a:solidFill>
                  <a:srgbClr val="0D0D0D"/>
                </a:solidFill>
                <a:latin typeface="Calibri"/>
                <a:ea typeface="Calibri"/>
              </a:rPr>
              <a:t>Justificación:</a:t>
            </a:r>
            <a:r>
              <a:rPr lang="es-ES" sz="1800" b="0" strike="noStrike" spc="-1">
                <a:solidFill>
                  <a:srgbClr val="0D0D0D"/>
                </a:solidFill>
                <a:latin typeface="Calibri"/>
                <a:ea typeface="Calibri"/>
              </a:rPr>
              <a:t> La integración de sistemas puede ser compleja, especialmente en proyectos que involucran múltiples componentes o sistemas externos. Los problemas de integración pueden generar fallos en el funcionamiento del sistema y afectar la experiencia del usuario y la operatividad del negocio.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320363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530392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1. Identificación de riesgos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0356493" name="PlaceHolder 2"/>
          <p:cNvSpPr>
            <a:spLocks noGrp="1"/>
          </p:cNvSpPr>
          <p:nvPr>
            <p:ph type="dt" idx="105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7919805" name="PlaceHolder 3"/>
          <p:cNvSpPr>
            <a:spLocks noGrp="1"/>
          </p:cNvSpPr>
          <p:nvPr>
            <p:ph type="sldNum" idx="106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4A48F93B-C2FA-46FA-97F3-7242971A3132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3561075" name="Google Shape;170;p5"/>
          <p:cNvSpPr/>
          <p:nvPr/>
        </p:nvSpPr>
        <p:spPr bwMode="auto">
          <a:xfrm>
            <a:off x="987480" y="2162880"/>
            <a:ext cx="10690920" cy="2268720"/>
          </a:xfrm>
          <a:custGeom>
            <a:avLst/>
            <a:gdLst>
              <a:gd name="textAreaLeft" fmla="*/ 0 w 10690920"/>
              <a:gd name="textAreaRight" fmla="*/ 10691280 w 10690920"/>
              <a:gd name="textAreaTop" fmla="*/ 0 h 2268720"/>
              <a:gd name="textAreaBottom" fmla="*/ 2269080 h 226872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8080" tIns="59040" rIns="118080" bIns="5904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s-ES" sz="3200" b="0" strike="noStrike" spc="-1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302369350" name="CuadroTexto 9"/>
          <p:cNvSpPr/>
          <p:nvPr/>
        </p:nvSpPr>
        <p:spPr bwMode="auto">
          <a:xfrm>
            <a:off x="1036800" y="1736640"/>
            <a:ext cx="9919800" cy="460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49280" indent="-220680" defTabSz="457200">
              <a:lnSpc>
                <a:spcPct val="100000"/>
              </a:lnSpc>
              <a:buClr>
                <a:srgbClr val="0D0D0D"/>
              </a:buClr>
              <a:buFont typeface="Calibri Light"/>
              <a:buAutoNum type="arabicPeriod" startAt="4"/>
              <a:defRPr/>
            </a:pPr>
            <a:r>
              <a:rPr lang="es-ES" sz="2000" b="1" strike="noStrike" spc="-1">
                <a:solidFill>
                  <a:srgbClr val="0D0D0D"/>
                </a:solidFill>
                <a:latin typeface="Calibri"/>
                <a:ea typeface="Calibri"/>
              </a:rPr>
              <a:t>Falta de Recursos Humanos:</a:t>
            </a: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457200">
              <a:lnSpc>
                <a:spcPct val="100000"/>
              </a:lnSpc>
              <a:defRPr/>
            </a:pPr>
            <a:r>
              <a:rPr lang="es-ES" sz="1800" b="0" i="1" strike="noStrike" spc="-1">
                <a:solidFill>
                  <a:srgbClr val="0D0D0D"/>
                </a:solidFill>
                <a:latin typeface="Calibri"/>
                <a:ea typeface="Calibri"/>
              </a:rPr>
              <a:t>Justificación:</a:t>
            </a:r>
            <a:r>
              <a:rPr lang="es-ES" sz="1800" b="0" strike="noStrike" spc="-1">
                <a:solidFill>
                  <a:srgbClr val="0D0D0D"/>
                </a:solidFill>
                <a:latin typeface="Calibri"/>
                <a:ea typeface="Calibri"/>
              </a:rPr>
              <a:t> La escasez de personal cualificado puede afectar la productividad y la calidad del trabajo. Los proyectos de desarrollo de software requieren un equipo competente, y la falta de recursos humanos adecuados en momentos críticos puede impactar negativamente en la ejecución del proyecto.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defTabSz="457200">
              <a:lnSpc>
                <a:spcPct val="100000"/>
              </a:lnSpc>
              <a:defRPr/>
            </a:pPr>
            <a:r>
              <a:rPr lang="es-ES" sz="2000" b="1" strike="noStrike" spc="-1">
                <a:solidFill>
                  <a:srgbClr val="0D0D0D"/>
                </a:solidFill>
                <a:latin typeface="Calibri"/>
                <a:ea typeface="Calibri"/>
              </a:rPr>
              <a:t>5. Cambio en las Tendencias del Mercado:</a:t>
            </a: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457200">
              <a:lnSpc>
                <a:spcPct val="100000"/>
              </a:lnSpc>
              <a:defRPr/>
            </a:pPr>
            <a:r>
              <a:rPr lang="es-ES" sz="1800" b="0" i="1" strike="noStrike" spc="-1">
                <a:solidFill>
                  <a:srgbClr val="0D0D0D"/>
                </a:solidFill>
                <a:latin typeface="Calibri"/>
                <a:ea typeface="Calibri"/>
              </a:rPr>
              <a:t>Justificación:</a:t>
            </a:r>
            <a:r>
              <a:rPr lang="es-ES" sz="1800" b="0" strike="noStrike" spc="-1">
                <a:solidFill>
                  <a:srgbClr val="0D0D0D"/>
                </a:solidFill>
                <a:latin typeface="Calibri"/>
                <a:ea typeface="Calibri"/>
              </a:rPr>
              <a:t> Los cambios en las tendencias del mercado pueden afectar la demanda de productos o servicios. La falta de adaptación a estas tendencias puede llevar a la obsolescencia del producto o a la pérdida de cuota de mercado, lo que afectaría directamente al éxito del negocio.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marL="176040" indent="88920" algn="just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2000" b="1" strike="noStrike" spc="-1">
                <a:solidFill>
                  <a:srgbClr val="0D0D0D"/>
                </a:solidFill>
                <a:latin typeface="Calibri"/>
                <a:ea typeface="Calibri"/>
              </a:rPr>
              <a:t>6. Fallos en la Seguridad del Producto:</a:t>
            </a: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0" i="1" strike="noStrike" spc="-1">
                <a:solidFill>
                  <a:srgbClr val="0D0D0D"/>
                </a:solidFill>
                <a:latin typeface="Calibri"/>
                <a:ea typeface="Calibri"/>
              </a:rPr>
              <a:t>Justificación:</a:t>
            </a:r>
            <a:r>
              <a:rPr lang="es-ES" sz="1800" b="0" strike="noStrike" spc="-1">
                <a:solidFill>
                  <a:srgbClr val="0D0D0D"/>
                </a:solidFill>
                <a:latin typeface="Calibri"/>
                <a:ea typeface="Calibri"/>
              </a:rPr>
              <a:t> Con el aumento de las amenazas cibernéticas, los fallos en la seguridad del producto pueden resultar en pérdida de datos, violaciones de privacidad y daño a la reputación de la empresa. La seguridad del producto es crucial para proteger la información sensible y mantener la confianza del cliente.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457200">
              <a:lnSpc>
                <a:spcPct val="100000"/>
              </a:lnSpc>
              <a:tabLst>
                <a:tab pos="0" algn="l"/>
              </a:tabLst>
              <a:defRPr/>
            </a:pP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3918118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484465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1. Identificación de riesgos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6577078" name="PlaceHolder 2"/>
          <p:cNvSpPr>
            <a:spLocks noGrp="1"/>
          </p:cNvSpPr>
          <p:nvPr>
            <p:ph type="dt" idx="107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4434320" name="PlaceHolder 3"/>
          <p:cNvSpPr>
            <a:spLocks noGrp="1"/>
          </p:cNvSpPr>
          <p:nvPr>
            <p:ph type="sldNum" idx="108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9C9107DA-FAFC-4F4D-801D-844D03BCF122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2311618" name="Google Shape;170;p5"/>
          <p:cNvSpPr/>
          <p:nvPr/>
        </p:nvSpPr>
        <p:spPr bwMode="auto">
          <a:xfrm>
            <a:off x="987480" y="2162880"/>
            <a:ext cx="10690920" cy="2268720"/>
          </a:xfrm>
          <a:custGeom>
            <a:avLst/>
            <a:gdLst>
              <a:gd name="textAreaLeft" fmla="*/ 0 w 10690920"/>
              <a:gd name="textAreaRight" fmla="*/ 10691280 w 10690920"/>
              <a:gd name="textAreaTop" fmla="*/ 0 h 2268720"/>
              <a:gd name="textAreaBottom" fmla="*/ 2269080 h 226872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8080" tIns="59040" rIns="118080" bIns="5904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s-ES" sz="3200" b="0" strike="noStrike" spc="-1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1713480302" name="CuadroTexto 9"/>
          <p:cNvSpPr/>
          <p:nvPr/>
        </p:nvSpPr>
        <p:spPr bwMode="auto">
          <a:xfrm>
            <a:off x="1036800" y="1736640"/>
            <a:ext cx="9935640" cy="518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28600" algn="just" defTabSz="457200">
              <a:lnSpc>
                <a:spcPct val="100000"/>
              </a:lnSpc>
              <a:defRPr/>
            </a:pPr>
            <a:r>
              <a:rPr lang="es-ES" sz="2000" b="1" strike="noStrike" spc="-1">
                <a:solidFill>
                  <a:srgbClr val="0D0D0D"/>
                </a:solidFill>
                <a:latin typeface="Calibri"/>
                <a:ea typeface="Calibri"/>
              </a:rPr>
              <a:t>7.  Rendimiento Inadecuado del Sistema:</a:t>
            </a: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457200">
              <a:lnSpc>
                <a:spcPct val="100000"/>
              </a:lnSpc>
              <a:defRPr/>
            </a:pPr>
            <a:r>
              <a:rPr lang="es-ES" sz="1800" b="0" i="1" strike="noStrike" spc="-1">
                <a:solidFill>
                  <a:srgbClr val="0D0D0D"/>
                </a:solidFill>
                <a:latin typeface="Calibri"/>
                <a:ea typeface="Calibri"/>
              </a:rPr>
              <a:t>Justificación:</a:t>
            </a:r>
            <a:r>
              <a:rPr lang="es-ES" sz="1800" b="0" strike="noStrike" spc="-1">
                <a:solidFill>
                  <a:srgbClr val="0D0D0D"/>
                </a:solidFill>
                <a:latin typeface="Calibri"/>
                <a:ea typeface="Calibri"/>
              </a:rPr>
              <a:t> Un rendimiento deficiente del sistema puede afectar la experiencia del usuario y la eficiencia operativa. La lentitud o los fallos en el rendimiento pueden disminuir la satisfacción del cliente y afectar la percepción del producto.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algn="just" defTabSz="457200">
              <a:lnSpc>
                <a:spcPct val="100000"/>
              </a:lnSpc>
              <a:defRPr/>
            </a:pPr>
            <a:r>
              <a:rPr lang="es-ES" sz="2000" b="1" strike="noStrike" spc="-1">
                <a:solidFill>
                  <a:srgbClr val="0D0D0D"/>
                </a:solidFill>
                <a:latin typeface="Calibri"/>
                <a:ea typeface="Calibri"/>
              </a:rPr>
              <a:t>8. Problemas de Escalabilidad:</a:t>
            </a: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457200">
              <a:lnSpc>
                <a:spcPct val="100000"/>
              </a:lnSpc>
              <a:defRPr/>
            </a:pPr>
            <a:r>
              <a:rPr lang="es-ES" sz="1800" b="0" i="1" strike="noStrike" spc="-1">
                <a:solidFill>
                  <a:srgbClr val="0D0D0D"/>
                </a:solidFill>
                <a:latin typeface="Calibri"/>
                <a:ea typeface="Calibri"/>
              </a:rPr>
              <a:t>Justificación:</a:t>
            </a:r>
            <a:r>
              <a:rPr lang="es-ES" sz="1800" b="0" strike="noStrike" spc="-1">
                <a:solidFill>
                  <a:srgbClr val="0D0D0D"/>
                </a:solidFill>
                <a:latin typeface="Calibri"/>
                <a:ea typeface="Calibri"/>
              </a:rPr>
              <a:t> La falta de escalabilidad puede limitar el crecimiento del sistema y causar problemas cuando la demanda aumenta. La capacidad del sistema para manejar un mayor volumen de usuarios o datos es esencial para el éxito a largo plazo.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algn="just" defTabSz="457200">
              <a:lnSpc>
                <a:spcPct val="100000"/>
              </a:lnSpc>
              <a:defRPr/>
            </a:pPr>
            <a:r>
              <a:rPr lang="es-ES" sz="2000" b="1" strike="noStrike" spc="-1">
                <a:solidFill>
                  <a:srgbClr val="0D0D0D"/>
                </a:solidFill>
                <a:latin typeface="Calibri"/>
                <a:ea typeface="Arial"/>
              </a:rPr>
              <a:t>9.Cambios en la Legislación Fiscal:</a:t>
            </a: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457200">
              <a:lnSpc>
                <a:spcPct val="100000"/>
              </a:lnSpc>
              <a:defRPr/>
            </a:pPr>
            <a:r>
              <a:rPr lang="es-ES" sz="1800" b="0" i="1" strike="noStrike" spc="-1">
                <a:solidFill>
                  <a:srgbClr val="0D0D0D"/>
                </a:solidFill>
                <a:latin typeface="Calibri"/>
                <a:ea typeface="Arial"/>
              </a:rPr>
              <a:t>Justificación:</a:t>
            </a:r>
            <a:r>
              <a:rPr lang="es-ES" sz="1800" b="0" strike="noStrike" spc="-1">
                <a:solidFill>
                  <a:srgbClr val="0D0D0D"/>
                </a:solidFill>
                <a:latin typeface="Calibri"/>
                <a:ea typeface="Arial"/>
              </a:rPr>
              <a:t> Los cambios en la legislación fiscal pueden tener un impacto significativo en los costos y la estructura financiera de la empresa. No adaptarse a estos cambios puede resultar en sanciones financieras y problemas legales.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marL="176040" algn="just" defTabSz="457200">
              <a:lnSpc>
                <a:spcPct val="100000"/>
              </a:lnSpc>
              <a:defRPr/>
            </a:pPr>
            <a:r>
              <a:rPr lang="es-ES" sz="2000" b="1" strike="noStrike" spc="-1">
                <a:solidFill>
                  <a:srgbClr val="0D0D0D"/>
                </a:solidFill>
                <a:latin typeface="Calibri"/>
                <a:ea typeface="Arial"/>
              </a:rPr>
              <a:t>10. Problemas de Suministro:</a:t>
            </a: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457200">
              <a:lnSpc>
                <a:spcPct val="100000"/>
              </a:lnSpc>
              <a:defRPr/>
            </a:pPr>
            <a:r>
              <a:rPr lang="es-ES" sz="1800" b="0" i="1" strike="noStrike" spc="-1">
                <a:solidFill>
                  <a:srgbClr val="0D0D0D"/>
                </a:solidFill>
                <a:latin typeface="Calibri"/>
                <a:ea typeface="Arial"/>
              </a:rPr>
              <a:t>Justificación:</a:t>
            </a:r>
            <a:r>
              <a:rPr lang="es-ES" sz="1800" b="0" strike="noStrike" spc="-1">
                <a:solidFill>
                  <a:srgbClr val="0D0D0D"/>
                </a:solidFill>
                <a:latin typeface="Calibri"/>
                <a:ea typeface="Arial"/>
              </a:rPr>
              <a:t> Dependiendo de la cadena de suministro para el aprovisionamiento de materiales críticos, cualquier interrupción en la cadena puede resultar en retrasos en la producción, pérdida de ingresos y afectar la capacidad de cumplir con la demanda del mercado.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457200">
              <a:lnSpc>
                <a:spcPct val="100000"/>
              </a:lnSpc>
              <a:defRPr/>
            </a:pP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5921213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937973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594360"/>
            <a:ext cx="3200040" cy="228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p>
            <a:pPr indent="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s-ES" sz="3600" b="0" strike="noStrike" spc="-52">
                <a:solidFill>
                  <a:srgbClr val="FFFFFF"/>
                </a:solidFill>
                <a:latin typeface="Calibri"/>
              </a:rPr>
              <a:t>Ejercicio de gestión de riesgos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12744671" name="PlaceHolder 2"/>
          <p:cNvSpPr>
            <a:spLocks noGrp="1"/>
          </p:cNvSpPr>
          <p:nvPr>
            <p:ph/>
          </p:nvPr>
        </p:nvSpPr>
        <p:spPr bwMode="auto">
          <a:xfrm>
            <a:off x="4800600" y="731520"/>
            <a:ext cx="6491880" cy="5257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p>
            <a:pPr marL="457200" indent="-457200" algn="just">
              <a:lnSpc>
                <a:spcPct val="90000"/>
              </a:lnSpc>
              <a:spcBef>
                <a:spcPts val="1500"/>
              </a:spcBef>
              <a:buClr>
                <a:srgbClr val="000000"/>
              </a:buClr>
              <a:buFont typeface="Calibri Light"/>
              <a:buAutoNum type="arabicPeriod" startAt="2"/>
              <a:defRPr/>
            </a:pPr>
            <a:r>
              <a:rPr lang="es-ES" sz="2400" b="1" strike="noStrike" spc="-1">
                <a:solidFill>
                  <a:schemeClr val="dk1"/>
                </a:solidFill>
                <a:latin typeface="Calibri"/>
              </a:rPr>
              <a:t>Análisis de riesgos</a:t>
            </a:r>
            <a:endParaRPr lang="en-US" sz="2400" b="0" strike="noStrike" spc="-1">
              <a:solidFill>
                <a:srgbClr val="404040"/>
              </a:solidFill>
              <a:latin typeface="Calibri"/>
            </a:endParaRPr>
          </a:p>
          <a:p>
            <a:pPr indent="0" algn="just">
              <a:lnSpc>
                <a:spcPct val="90000"/>
              </a:lnSpc>
              <a:spcBef>
                <a:spcPts val="1500"/>
              </a:spcBef>
              <a:buNone/>
              <a:tabLst>
                <a:tab pos="0" algn="l"/>
              </a:tabLst>
              <a:defRPr/>
            </a:pPr>
            <a:r>
              <a:rPr lang="es-ES" sz="2400" b="0" strike="noStrike" spc="-1">
                <a:solidFill>
                  <a:srgbClr val="404040"/>
                </a:solidFill>
                <a:latin typeface="Calibri"/>
              </a:rPr>
              <a:t>Analizamos los riesgos, armamos tabla y colocamos: riesgo, categoría, probabilidad e impacto. </a:t>
            </a:r>
            <a:endParaRPr lang="en-US" sz="2400" b="0" strike="noStrike" spc="-1">
              <a:solidFill>
                <a:srgbClr val="404040"/>
              </a:solidFill>
              <a:latin typeface="Calibri"/>
            </a:endParaRPr>
          </a:p>
          <a:p>
            <a:pPr marL="457200" indent="-228600" algn="just">
              <a:lnSpc>
                <a:spcPct val="90000"/>
              </a:lnSpc>
              <a:buNone/>
              <a:tabLst>
                <a:tab pos="0" algn="l"/>
              </a:tabLst>
              <a:defRPr/>
            </a:pPr>
            <a:endParaRPr lang="en-US" sz="24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299239885" name="PlaceHolder 3"/>
          <p:cNvSpPr>
            <a:spLocks noGrp="1"/>
          </p:cNvSpPr>
          <p:nvPr>
            <p:ph/>
          </p:nvPr>
        </p:nvSpPr>
        <p:spPr bwMode="auto">
          <a:xfrm>
            <a:off x="457200" y="2926080"/>
            <a:ext cx="3200040" cy="337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  <a:defRPr/>
            </a:pPr>
            <a:r>
              <a:rPr lang="es-ES" sz="1500" b="0" strike="noStrike" spc="-1">
                <a:solidFill>
                  <a:srgbClr val="FFFFFF"/>
                </a:solidFill>
                <a:latin typeface="Calibri"/>
              </a:rPr>
              <a:t>Sistema de Gestión de Stock </a:t>
            </a:r>
            <a:endParaRPr lang="en-US" sz="15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52157602" name="PlaceHolder 4"/>
          <p:cNvSpPr>
            <a:spLocks noGrp="1"/>
          </p:cNvSpPr>
          <p:nvPr>
            <p:ph type="dt" idx="109"/>
          </p:nvPr>
        </p:nvSpPr>
        <p:spPr bwMode="auto">
          <a:xfrm>
            <a:off x="465120" y="6459480"/>
            <a:ext cx="26190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9750642" name="PlaceHolder 5"/>
          <p:cNvSpPr>
            <a:spLocks noGrp="1"/>
          </p:cNvSpPr>
          <p:nvPr>
            <p:ph type="ftr" idx="110"/>
          </p:nvPr>
        </p:nvSpPr>
        <p:spPr bwMode="auto">
          <a:xfrm>
            <a:off x="4800600" y="6459480"/>
            <a:ext cx="46479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cap="all" spc="-1">
                <a:solidFill>
                  <a:schemeClr val="dk2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cap="all" spc="-1">
                <a:solidFill>
                  <a:schemeClr val="dk2"/>
                </a:solidFill>
                <a:latin typeface="Calibri"/>
              </a:rPr>
              <a:t>Ingeniería de Software II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2911480" name="PlaceHolder 6"/>
          <p:cNvSpPr>
            <a:spLocks noGrp="1"/>
          </p:cNvSpPr>
          <p:nvPr>
            <p:ph type="sldNum" idx="111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E6E1978-17B2-401C-9CDF-C205E217B8D8}" type="slidenum">
              <a:rPr lang="es-ES" sz="1050" b="0" strike="noStrike" spc="-1">
                <a:solidFill>
                  <a:schemeClr val="dk2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8031734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2. Análisis de riesgos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3650168" name="PlaceHolder 2"/>
          <p:cNvSpPr>
            <a:spLocks noGrp="1"/>
          </p:cNvSpPr>
          <p:nvPr>
            <p:ph type="dt" idx="112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6885722" name="PlaceHolder 3"/>
          <p:cNvSpPr>
            <a:spLocks noGrp="1"/>
          </p:cNvSpPr>
          <p:nvPr>
            <p:ph type="sldNum" idx="113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8730331A-4742-4A33-AF39-39010DAAC51A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4989338" name="Google Shape;170;p5"/>
          <p:cNvSpPr/>
          <p:nvPr/>
        </p:nvSpPr>
        <p:spPr bwMode="auto">
          <a:xfrm>
            <a:off x="987480" y="2162880"/>
            <a:ext cx="10690920" cy="2268720"/>
          </a:xfrm>
          <a:custGeom>
            <a:avLst/>
            <a:gdLst>
              <a:gd name="textAreaLeft" fmla="*/ 0 w 10690920"/>
              <a:gd name="textAreaRight" fmla="*/ 10691280 w 10690920"/>
              <a:gd name="textAreaTop" fmla="*/ 0 h 2268720"/>
              <a:gd name="textAreaBottom" fmla="*/ 2269080 h 226872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8080" tIns="59040" rIns="118080" bIns="5904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s-ES" sz="3200" b="0" strike="noStrike" spc="-1">
              <a:solidFill>
                <a:srgbClr val="000000"/>
              </a:solidFill>
              <a:latin typeface="Calibri"/>
              <a:ea typeface="Calibri"/>
            </a:endParaRPr>
          </a:p>
        </p:txBody>
      </p:sp>
      <p:graphicFrame>
        <p:nvGraphicFramePr>
          <p:cNvPr id="1679332478" name="Google Shape;563;p36"/>
          <p:cNvGraphicFramePr>
            <a:graphicFrameLocks xmlns:a="http://schemas.openxmlformats.org/drawingml/2006/main"/>
          </p:cNvGraphicFramePr>
          <p:nvPr/>
        </p:nvGraphicFramePr>
        <p:xfrm rot="0">
          <a:off x="1592640" y="1848960"/>
          <a:ext cx="8963640" cy="501588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425160"/>
                <a:gridCol w="3441960"/>
                <a:gridCol w="1873440"/>
                <a:gridCol w="1479600"/>
                <a:gridCol w="1742759"/>
              </a:tblGrid>
              <a:tr h="37188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chemeClr val="lt1"/>
                          </a:solidFill>
                          <a:latin typeface="Calibri"/>
                          <a:ea typeface="Roboto"/>
                        </a:rPr>
                        <a:t>No.</a:t>
                      </a:r>
                      <a:endParaRPr lang="es-ES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chemeClr val="lt1"/>
                          </a:solidFill>
                          <a:latin typeface="Calibri"/>
                          <a:ea typeface="Roboto"/>
                        </a:rPr>
                        <a:t>Riesgo</a:t>
                      </a:r>
                      <a:endParaRPr lang="es-ES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chemeClr val="lt1"/>
                          </a:solidFill>
                          <a:latin typeface="Calibri"/>
                          <a:ea typeface="Roboto"/>
                        </a:rPr>
                        <a:t>Categoría</a:t>
                      </a:r>
                      <a:endParaRPr lang="es-ES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chemeClr val="lt1"/>
                          </a:solidFill>
                          <a:latin typeface="Calibri"/>
                          <a:ea typeface="Roboto"/>
                        </a:rPr>
                        <a:t>Probabilidad</a:t>
                      </a:r>
                      <a:endParaRPr lang="es-ES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chemeClr val="lt1"/>
                          </a:solidFill>
                          <a:latin typeface="Calibri"/>
                          <a:ea typeface="Roboto"/>
                        </a:rPr>
                        <a:t>Impacto</a:t>
                      </a:r>
                      <a:endParaRPr lang="es-ES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39600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1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Requerimientos Cambiantes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Proyecto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60%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Serio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2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9684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Falta de Experiencia en Tecnologías Nuevas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Producto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70%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Catastrófico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3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9684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Problemas de Integración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Proyecto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75%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Serio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4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9684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Falta de Recursos Humanos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Proyecto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70%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Serio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5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9684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Cambio en las Tendencias del Mercado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Negocio/Empresa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80%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Serio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6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9684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Fallos en la Seguridad del Producto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Producto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60%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Serio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7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9684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Rendimiento Inadecuado del Sistema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Producto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70%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Serio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8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9684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Problemas de Escalabilidad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Producto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40%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Moderado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9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9684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Cambios en la Legislación Fiscal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Negocio/Empresa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40%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Serio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10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9684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Problemas de Suministro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Negocio/Empresa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60%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Serio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8838180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6923850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2. Análisis de riesgos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5688779" name="PlaceHolder 2"/>
          <p:cNvSpPr>
            <a:spLocks noGrp="1"/>
          </p:cNvSpPr>
          <p:nvPr>
            <p:ph type="dt" idx="114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2422831" name="PlaceHolder 3"/>
          <p:cNvSpPr>
            <a:spLocks noGrp="1"/>
          </p:cNvSpPr>
          <p:nvPr>
            <p:ph type="sldNum" idx="115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ABB4D207-E9F3-4C1B-A600-7B32EFA01F9C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578059" name="Google Shape;170;p5"/>
          <p:cNvSpPr/>
          <p:nvPr/>
        </p:nvSpPr>
        <p:spPr bwMode="auto">
          <a:xfrm>
            <a:off x="987480" y="2162880"/>
            <a:ext cx="10690920" cy="2268720"/>
          </a:xfrm>
          <a:custGeom>
            <a:avLst/>
            <a:gdLst>
              <a:gd name="textAreaLeft" fmla="*/ 0 w 10690920"/>
              <a:gd name="textAreaRight" fmla="*/ 10691280 w 10690920"/>
              <a:gd name="textAreaTop" fmla="*/ 0 h 2268720"/>
              <a:gd name="textAreaBottom" fmla="*/ 2269080 h 226872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8080" tIns="59040" rIns="118080" bIns="5904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s-ES" sz="3200" b="0" strike="noStrike" spc="-1">
              <a:solidFill>
                <a:srgbClr val="000000"/>
              </a:solidFill>
              <a:latin typeface="Calibri"/>
              <a:ea typeface="Calibri"/>
            </a:endParaRPr>
          </a:p>
        </p:txBody>
      </p:sp>
      <p:graphicFrame>
        <p:nvGraphicFramePr>
          <p:cNvPr id="902552438" name="Google Shape;563;p36"/>
          <p:cNvGraphicFramePr>
            <a:graphicFrameLocks xmlns:a="http://schemas.openxmlformats.org/drawingml/2006/main"/>
          </p:cNvGraphicFramePr>
          <p:nvPr/>
        </p:nvGraphicFramePr>
        <p:xfrm rot="0">
          <a:off x="1922759" y="2205000"/>
          <a:ext cx="8345880" cy="46116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96000"/>
                <a:gridCol w="3204720"/>
                <a:gridCol w="1744560"/>
                <a:gridCol w="1377720"/>
                <a:gridCol w="1622880"/>
              </a:tblGrid>
              <a:tr h="31752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chemeClr val="lt1"/>
                          </a:solidFill>
                          <a:latin typeface="Calibri"/>
                          <a:ea typeface="Roboto"/>
                        </a:rPr>
                        <a:t>No.</a:t>
                      </a:r>
                      <a:endParaRPr lang="es-ES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chemeClr val="lt1"/>
                          </a:solidFill>
                          <a:latin typeface="Calibri"/>
                          <a:ea typeface="Roboto"/>
                        </a:rPr>
                        <a:t>Riesgo</a:t>
                      </a:r>
                      <a:endParaRPr lang="es-ES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chemeClr val="lt1"/>
                          </a:solidFill>
                          <a:latin typeface="Calibri"/>
                          <a:ea typeface="Roboto"/>
                        </a:rPr>
                        <a:t>Categoría</a:t>
                      </a:r>
                      <a:endParaRPr lang="es-ES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chemeClr val="lt1"/>
                          </a:solidFill>
                          <a:latin typeface="Calibri"/>
                          <a:ea typeface="Roboto"/>
                        </a:rPr>
                        <a:t>Probabilidad</a:t>
                      </a:r>
                      <a:endParaRPr lang="es-ES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chemeClr val="lt1"/>
                          </a:solidFill>
                          <a:latin typeface="Calibri"/>
                          <a:ea typeface="Roboto"/>
                        </a:rPr>
                        <a:t>Impacto</a:t>
                      </a:r>
                      <a:endParaRPr lang="es-ES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33768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5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9684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Cambio en las Tendencias del Mercado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Negocio/Empresa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80%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Serio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768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3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9684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Problemas de Integración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Proyecto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75%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Serio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584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2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9684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Falta de Experiencia en Tecnologías Nuevas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Producto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70%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Catastrófico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768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4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9684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Falta de Recursos Humanos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Proyecto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70%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Serio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768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7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9684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Rendimiento Inadecuado del Sistema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Producto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70%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Serio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768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1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Requerimientos Cambiantes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Proyecto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60%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Serio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768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6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9684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Fallos en la Seguridad del Producto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Producto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60%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Serio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768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10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9684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Problemas de Suministro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Negocio/Empresa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60%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Serio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768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00000"/>
                          </a:solidFill>
                          <a:latin typeface="Calibri"/>
                          <a:ea typeface="Arial"/>
                        </a:rPr>
                        <a:t>9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9684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Cambios en la Legislación Fiscal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Negocio/Empresa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40%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Serio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768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8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9684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Problemas de Escalabilidad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Producto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40%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Moderado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1596148" name="Google Shape;170;p5"/>
          <p:cNvSpPr/>
          <p:nvPr/>
        </p:nvSpPr>
        <p:spPr bwMode="auto">
          <a:xfrm>
            <a:off x="983520" y="1736640"/>
            <a:ext cx="10224720" cy="2268720"/>
          </a:xfrm>
          <a:custGeom>
            <a:avLst/>
            <a:gdLst>
              <a:gd name="textAreaLeft" fmla="*/ 0 w 10224720"/>
              <a:gd name="textAreaRight" fmla="*/ 10225080 w 10224720"/>
              <a:gd name="textAreaTop" fmla="*/ 0 h 2268720"/>
              <a:gd name="textAreaBottom" fmla="*/ 2269080 h 226872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8080" tIns="59040" rIns="118080" bIns="59040" anchor="t">
            <a:noAutofit/>
          </a:bodyPr>
          <a:p>
            <a:pPr marL="546120" indent="-546120" algn="just" defTabSz="457200">
              <a:lnSpc>
                <a:spcPct val="100000"/>
              </a:lnSpc>
              <a:buClr>
                <a:srgbClr val="C00000"/>
              </a:buClr>
              <a:buFont typeface="Noto Sans Symbols"/>
              <a:buChar char="❖"/>
              <a:defRPr/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Ordenamos la tabla por probabilidad / impacto y trazamos la línea de corte</a:t>
            </a:r>
            <a:endParaRPr lang="es-ES" sz="2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23414206" name="Google Shape;434;p22"/>
          <p:cNvCxnSpPr/>
          <p:nvPr/>
        </p:nvCxnSpPr>
        <p:spPr bwMode="auto">
          <a:xfrm>
            <a:off x="1613520" y="4554360"/>
            <a:ext cx="8965080" cy="360"/>
          </a:xfrm>
          <a:prstGeom prst="straightConnector1">
            <a:avLst/>
          </a:prstGeom>
          <a:ln w="38150">
            <a:solidFill>
              <a:srgbClr val="FF0000"/>
            </a:solidFill>
            <a:round/>
          </a:ln>
        </p:spPr>
      </p:cxnSp>
      <p:sp>
        <p:nvSpPr>
          <p:cNvPr id="1848174618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91" dur="indefinite" restart="never" nodeType="tmRoot">
          <p:childTnLst>
            <p:seq>
              <p:cTn id="192" dur="indefinite" nodeType="mainSeq">
                <p:childTnLst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1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309014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594360"/>
            <a:ext cx="3200040" cy="228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p>
            <a:pPr indent="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s-ES" sz="3600" b="0" strike="noStrike" spc="-52">
                <a:solidFill>
                  <a:srgbClr val="FFFFFF"/>
                </a:solidFill>
                <a:latin typeface="Calibri"/>
              </a:rPr>
              <a:t>Ejercicio de gestión de riesgos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71444410" name="PlaceHolder 2"/>
          <p:cNvSpPr>
            <a:spLocks noGrp="1"/>
          </p:cNvSpPr>
          <p:nvPr>
            <p:ph/>
          </p:nvPr>
        </p:nvSpPr>
        <p:spPr bwMode="auto">
          <a:xfrm>
            <a:off x="4800600" y="731520"/>
            <a:ext cx="6491880" cy="5257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p>
            <a:pPr marL="457200" indent="-457200" algn="just">
              <a:lnSpc>
                <a:spcPct val="90000"/>
              </a:lnSpc>
              <a:spcBef>
                <a:spcPts val="1500"/>
              </a:spcBef>
              <a:buClr>
                <a:srgbClr val="000000"/>
              </a:buClr>
              <a:buFont typeface="Calibri Light"/>
              <a:buAutoNum type="arabicPeriod" startAt="3"/>
              <a:defRPr/>
            </a:pPr>
            <a:r>
              <a:rPr lang="es-ES" sz="2400" b="1" strike="noStrike" spc="-1">
                <a:solidFill>
                  <a:schemeClr val="dk1"/>
                </a:solidFill>
                <a:latin typeface="Calibri"/>
              </a:rPr>
              <a:t>Planeación de riesgos</a:t>
            </a:r>
            <a:endParaRPr lang="en-US" sz="2400" b="0" strike="noStrike" spc="-1">
              <a:solidFill>
                <a:srgbClr val="404040"/>
              </a:solidFill>
              <a:latin typeface="Calibri"/>
            </a:endParaRPr>
          </a:p>
          <a:p>
            <a:pPr indent="0" algn="just">
              <a:lnSpc>
                <a:spcPct val="90000"/>
              </a:lnSpc>
              <a:spcBef>
                <a:spcPts val="1500"/>
              </a:spcBef>
              <a:buNone/>
              <a:tabLst>
                <a:tab pos="0" algn="l"/>
              </a:tabLst>
              <a:defRPr/>
            </a:pPr>
            <a:r>
              <a:rPr lang="es-ES" sz="2400" b="0" strike="noStrike" spc="-1">
                <a:solidFill>
                  <a:srgbClr val="404040"/>
                </a:solidFill>
                <a:latin typeface="Calibri"/>
              </a:rPr>
              <a:t>¿Cuales son las estrategias de mitigación para cada uno de los riegos por encima de la línea de corte?</a:t>
            </a:r>
            <a:endParaRPr lang="en-US" sz="24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65423561" name="PlaceHolder 3"/>
          <p:cNvSpPr>
            <a:spLocks noGrp="1"/>
          </p:cNvSpPr>
          <p:nvPr>
            <p:ph/>
          </p:nvPr>
        </p:nvSpPr>
        <p:spPr bwMode="auto">
          <a:xfrm>
            <a:off x="457200" y="2926080"/>
            <a:ext cx="3200040" cy="337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  <a:defRPr/>
            </a:pPr>
            <a:r>
              <a:rPr lang="es-ES" sz="1500" b="0" strike="noStrike" spc="-1">
                <a:solidFill>
                  <a:srgbClr val="FFFFFF"/>
                </a:solidFill>
                <a:latin typeface="Calibri"/>
              </a:rPr>
              <a:t>Sistema de Gestión de Stock </a:t>
            </a:r>
            <a:endParaRPr lang="en-US" sz="15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028368358" name="PlaceHolder 4"/>
          <p:cNvSpPr>
            <a:spLocks noGrp="1"/>
          </p:cNvSpPr>
          <p:nvPr>
            <p:ph type="dt" idx="116"/>
          </p:nvPr>
        </p:nvSpPr>
        <p:spPr bwMode="auto">
          <a:xfrm>
            <a:off x="465120" y="6459480"/>
            <a:ext cx="26190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902623" name="PlaceHolder 5"/>
          <p:cNvSpPr>
            <a:spLocks noGrp="1"/>
          </p:cNvSpPr>
          <p:nvPr>
            <p:ph type="ftr" idx="117"/>
          </p:nvPr>
        </p:nvSpPr>
        <p:spPr bwMode="auto">
          <a:xfrm>
            <a:off x="4800600" y="6459480"/>
            <a:ext cx="46479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cap="all" spc="-1">
                <a:solidFill>
                  <a:schemeClr val="dk2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cap="all" spc="-1">
                <a:solidFill>
                  <a:schemeClr val="dk2"/>
                </a:solidFill>
                <a:latin typeface="Calibri"/>
              </a:rPr>
              <a:t>Ingeniería de Software II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8414497" name="PlaceHolder 6"/>
          <p:cNvSpPr>
            <a:spLocks noGrp="1"/>
          </p:cNvSpPr>
          <p:nvPr>
            <p:ph type="sldNum" idx="118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018C8DEC-69AA-4C46-B5B0-1BB225026C91}" type="slidenum">
              <a:rPr lang="es-ES" sz="1050" b="0" strike="noStrike" spc="-1">
                <a:solidFill>
                  <a:schemeClr val="dk2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124097" name="PlaceHolder 1"/>
          <p:cNvSpPr>
            <a:spLocks noGrp="1"/>
          </p:cNvSpPr>
          <p:nvPr>
            <p:ph type="title"/>
          </p:nvPr>
        </p:nvSpPr>
        <p:spPr bwMode="auto">
          <a:xfrm>
            <a:off x="1096920" y="287280"/>
            <a:ext cx="10058040" cy="14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lnSpc>
                <a:spcPct val="85000"/>
              </a:lnSpc>
              <a:buNone/>
              <a:defRPr/>
            </a:pPr>
            <a:r>
              <a:rPr lang="es-ES" sz="4400" b="0" strike="noStrike" spc="-52">
                <a:solidFill>
                  <a:schemeClr val="dk1"/>
                </a:solidFill>
                <a:latin typeface="Calibri"/>
              </a:rPr>
              <a:t>3. Planeación de riesgos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1346190" name="PlaceHolder 2"/>
          <p:cNvSpPr>
            <a:spLocks noGrp="1"/>
          </p:cNvSpPr>
          <p:nvPr>
            <p:ph type="dt" idx="119"/>
          </p:nvPr>
        </p:nvSpPr>
        <p:spPr bwMode="auto">
          <a:xfrm>
            <a:off x="1096920" y="6459480"/>
            <a:ext cx="247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s-ES" sz="900" b="0" strike="noStrike" spc="-1">
                <a:solidFill>
                  <a:srgbClr val="FFFFFF"/>
                </a:solidFill>
                <a:latin typeface="Calibri"/>
              </a:rPr>
              <a:t>2026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649381" name="PlaceHolder 3"/>
          <p:cNvSpPr>
            <a:spLocks noGrp="1"/>
          </p:cNvSpPr>
          <p:nvPr>
            <p:ph type="sldNum" idx="120"/>
          </p:nvPr>
        </p:nvSpPr>
        <p:spPr bwMode="auto">
          <a:xfrm>
            <a:off x="9901079" y="6459480"/>
            <a:ext cx="131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15AFD9C0-B841-4328-AC42-E8D611B27FF4}" type="slidenum">
              <a:rPr lang="es-ES" sz="1050" b="0" strike="noStrike" spc="-1">
                <a:solidFill>
                  <a:srgbClr val="FFFFFF"/>
                </a:solidFill>
                <a:latin typeface="Calibri"/>
              </a:rPr>
              <a:t>&lt;número&gt;</a:t>
            </a:fld>
            <a:endParaRPr lang="es-ES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675523" name="Google Shape;170;p5"/>
          <p:cNvSpPr/>
          <p:nvPr/>
        </p:nvSpPr>
        <p:spPr bwMode="auto">
          <a:xfrm>
            <a:off x="987480" y="2162880"/>
            <a:ext cx="10690920" cy="2268720"/>
          </a:xfrm>
          <a:custGeom>
            <a:avLst/>
            <a:gdLst>
              <a:gd name="textAreaLeft" fmla="*/ 0 w 10690920"/>
              <a:gd name="textAreaRight" fmla="*/ 10691280 w 10690920"/>
              <a:gd name="textAreaTop" fmla="*/ 0 h 2268720"/>
              <a:gd name="textAreaBottom" fmla="*/ 2269080 h 226872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8080" tIns="59040" rIns="118080" bIns="5904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s-ES" sz="3200" b="0" strike="noStrike" spc="-1">
              <a:solidFill>
                <a:srgbClr val="000000"/>
              </a:solidFill>
              <a:latin typeface="Calibri"/>
              <a:ea typeface="Calibri"/>
            </a:endParaRPr>
          </a:p>
        </p:txBody>
      </p:sp>
      <p:graphicFrame>
        <p:nvGraphicFramePr>
          <p:cNvPr id="979351538" name="Google Shape;563;p36"/>
          <p:cNvGraphicFramePr>
            <a:graphicFrameLocks xmlns:a="http://schemas.openxmlformats.org/drawingml/2006/main"/>
          </p:cNvGraphicFramePr>
          <p:nvPr/>
        </p:nvGraphicFramePr>
        <p:xfrm rot="0">
          <a:off x="1024920" y="1913040"/>
          <a:ext cx="10202040" cy="51372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480600"/>
                <a:gridCol w="2844720"/>
                <a:gridCol w="6876360"/>
              </a:tblGrid>
              <a:tr h="37188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chemeClr val="lt1"/>
                          </a:solidFill>
                          <a:latin typeface="Calibri"/>
                          <a:ea typeface="Roboto"/>
                        </a:rPr>
                        <a:t>No.</a:t>
                      </a:r>
                      <a:endParaRPr lang="es-ES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chemeClr val="lt1"/>
                          </a:solidFill>
                          <a:latin typeface="Calibri"/>
                          <a:ea typeface="Roboto"/>
                        </a:rPr>
                        <a:t>Riesgo</a:t>
                      </a:r>
                      <a:endParaRPr lang="es-ES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1" strike="noStrike" spc="-1">
                          <a:solidFill>
                            <a:schemeClr val="lt1"/>
                          </a:solidFill>
                          <a:latin typeface="Calibri"/>
                          <a:ea typeface="Roboto"/>
                        </a:rPr>
                        <a:t>Estrategias de Mitigación</a:t>
                      </a:r>
                      <a:endParaRPr lang="es-ES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39600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5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9684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Cambio en las Tendencias del Mercado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285840" indent="-189000" defTabSz="914400">
                        <a:lnSpc>
                          <a:spcPct val="100000"/>
                        </a:lnSpc>
                        <a:buClr>
                          <a:srgbClr val="0D0D0D"/>
                        </a:buClr>
                        <a:buFont typeface="OpenSymbol"/>
                        <a:buChar char="-"/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Formar un equipo de inteligencia de mercado.  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189000" defTabSz="914400">
                        <a:lnSpc>
                          <a:spcPct val="100000"/>
                        </a:lnSpc>
                        <a:buClr>
                          <a:srgbClr val="0D0D0D"/>
                        </a:buClr>
                        <a:buFont typeface="OpenSymbol"/>
                        <a:buChar char="-"/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Diseñar el producto de manera flexible.  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189000" defTabSz="914400">
                        <a:lnSpc>
                          <a:spcPct val="100000"/>
                        </a:lnSpc>
                        <a:buClr>
                          <a:srgbClr val="0D0D0D"/>
                        </a:buClr>
                        <a:buFont typeface="OpenSymbol"/>
                        <a:buChar char="-"/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Diversificar la oferta de productos.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3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9684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Problemas de Integración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285840" indent="-189000" defTabSz="914400">
                        <a:lnSpc>
                          <a:spcPct val="100000"/>
                        </a:lnSpc>
                        <a:buClr>
                          <a:srgbClr val="0D0D0D"/>
                        </a:buClr>
                        <a:buFont typeface="OpenSymbol"/>
                        <a:buChar char="-"/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Implementar pruebas continuas de integración. 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189000" defTabSz="914400">
                        <a:lnSpc>
                          <a:spcPct val="100000"/>
                        </a:lnSpc>
                        <a:buClr>
                          <a:srgbClr val="0D0D0D"/>
                        </a:buClr>
                        <a:buFont typeface="OpenSymbol"/>
                        <a:buChar char="-"/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Mantener una comunicación constante con propietarios de sistemas externos.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189000" defTabSz="914400">
                        <a:lnSpc>
                          <a:spcPct val="100000"/>
                        </a:lnSpc>
                        <a:buClr>
                          <a:srgbClr val="0D0D0D"/>
                        </a:buClr>
                        <a:buFont typeface="OpenSymbol"/>
                        <a:buChar char="-"/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Designar un equipo dedicado para la gestión de la integración.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2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9684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Falta de Experiencia en Tecnologías Nuevas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285840" indent="-189000" defTabSz="914400">
                        <a:lnSpc>
                          <a:spcPct val="100000"/>
                        </a:lnSpc>
                        <a:buClr>
                          <a:srgbClr val="0D0D0D"/>
                        </a:buClr>
                        <a:buFont typeface="OpenSymbol"/>
                        <a:buChar char="-"/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Contratar o capacitar al personal con experiencia relevante.  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189000" defTabSz="914400">
                        <a:lnSpc>
                          <a:spcPct val="100000"/>
                        </a:lnSpc>
                        <a:buClr>
                          <a:srgbClr val="0D0D0D"/>
                        </a:buClr>
                        <a:buFont typeface="OpenSymbol"/>
                        <a:buChar char="-"/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Realizar pruebas de concepto y prototipos. 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189000" defTabSz="914400">
                        <a:lnSpc>
                          <a:spcPct val="100000"/>
                        </a:lnSpc>
                        <a:buClr>
                          <a:srgbClr val="0D0D0D"/>
                        </a:buClr>
                        <a:buFont typeface="OpenSymbol"/>
                        <a:buChar char="-"/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Establecer colaboraciones con expertos externos.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4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9684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Falta de Recursos Humanos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285840" indent="-189000" defTabSz="914400">
                        <a:lnSpc>
                          <a:spcPct val="100000"/>
                        </a:lnSpc>
                        <a:buClr>
                          <a:srgbClr val="0D0D0D"/>
                        </a:buClr>
                        <a:buFont typeface="OpenSymbol"/>
                        <a:buChar char="-"/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Implementar una estrategia de adquisición temprana.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189000" defTabSz="914400">
                        <a:lnSpc>
                          <a:spcPct val="100000"/>
                        </a:lnSpc>
                        <a:buClr>
                          <a:srgbClr val="0D0D0D"/>
                        </a:buClr>
                        <a:buFont typeface="OpenSymbol"/>
                        <a:buChar char="-"/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Desarrollar planes de contingencia.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189000" defTabSz="914400">
                        <a:lnSpc>
                          <a:spcPct val="100000"/>
                        </a:lnSpc>
                        <a:buClr>
                          <a:srgbClr val="0D0D0D"/>
                        </a:buClr>
                        <a:buFont typeface="OpenSymbol"/>
                        <a:buChar char="-"/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Distribuir tareas críticas entre varios miembros del equipo.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40"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7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9684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Rendimiento Inadecuado del Sistema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285840" indent="-189000" defTabSz="914400">
                        <a:lnSpc>
                          <a:spcPct val="100000"/>
                        </a:lnSpc>
                        <a:buClr>
                          <a:srgbClr val="0D0D0D"/>
                        </a:buClr>
                        <a:buFont typeface="OpenSymbol"/>
                        <a:buChar char="-"/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Realizar pruebas de rendimiento exhaustivas.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189000" defTabSz="914400">
                        <a:lnSpc>
                          <a:spcPct val="100000"/>
                        </a:lnSpc>
                        <a:buClr>
                          <a:srgbClr val="0D0D0D"/>
                        </a:buClr>
                        <a:buFont typeface="OpenSymbol"/>
                        <a:buChar char="-"/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Implementar herramientas de monitoreo continuo. 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189000" defTabSz="914400">
                        <a:lnSpc>
                          <a:spcPct val="100000"/>
                        </a:lnSpc>
                        <a:buClr>
                          <a:srgbClr val="0D0D0D"/>
                        </a:buClr>
                        <a:buFont typeface="OpenSymbol"/>
                        <a:buChar char="-"/>
                        <a:defRPr/>
                      </a:pPr>
                      <a:r>
                        <a:rPr lang="es-ES" sz="1600" b="0" strike="noStrike" spc="-1">
                          <a:solidFill>
                            <a:srgbClr val="0D0D0D"/>
                          </a:solidFill>
                          <a:latin typeface="Calibri"/>
                          <a:ea typeface="Roboto"/>
                        </a:rPr>
                        <a:t>Mantener un enfoque proactivo en la optimización del código y la arquitectura.</a:t>
                      </a:r>
                      <a:endParaRPr lang="es-E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60" marR="7560" anchor="ctr">
                    <a:lnL w="11520" algn="ctr">
                      <a:solidFill>
                        <a:srgbClr val="E3E3E3"/>
                      </a:solidFill>
                    </a:lnL>
                    <a:lnR w="11520" algn="ctr">
                      <a:solidFill>
                        <a:srgbClr val="E3E3E3"/>
                      </a:solidFill>
                    </a:lnR>
                    <a:lnT w="11520" algn="ctr">
                      <a:solidFill>
                        <a:srgbClr val="E3E3E3"/>
                      </a:solidFill>
                    </a:lnT>
                    <a:lnB w="11520" algn="ctr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4589667" name="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Ingeniería de Software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_rels/theme5.xml.rels><?xml version="1.0" encoding="UTF-8" standalone="yes"?><Relationships xmlns="http://schemas.openxmlformats.org/package/2006/relationships"></Relationships>
</file>

<file path=ppt/theme/_rels/theme6.xml.rels><?xml version="1.0" encoding="UTF-8" standalone="yes"?><Relationships xmlns="http://schemas.openxmlformats.org/package/2006/relationships"></Relationships>
</file>

<file path=ppt/theme/_rels/theme7.xml.rels><?xml version="1.0" encoding="UTF-8" standalone="yes"?><Relationships xmlns="http://schemas.openxmlformats.org/package/2006/relationships"></Relationships>
</file>

<file path=ppt/theme/_rels/theme8.xml.rels><?xml version="1.0" encoding="UTF-8" standalone="yes"?><Relationships xmlns="http://schemas.openxmlformats.org/package/2006/relationships"></Relationships>
</file>

<file path=ppt/theme/_rels/theme9.xml.rels><?xml version="1.0" encoding="UTF-8" standalone="yes"?><Relationships xmlns="http://schemas.openxmlformats.org/package/2006/relationships"></Relationships>
</file>

<file path=ppt/theme/_rels/theme10.xml.rels><?xml version="1.0" encoding="UTF-8" standalone="yes"?><Relationships xmlns="http://schemas.openxmlformats.org/package/2006/relationships"></Relationships>
</file>

<file path=ppt/theme/_rels/theme11.xml.rels><?xml version="1.0" encoding="UTF-8" standalone="yes"?><Relationships xmlns="http://schemas.openxmlformats.org/package/2006/relationships"></Relationships>
</file>

<file path=ppt/theme/_rels/theme12.xml.rels><?xml version="1.0" encoding="UTF-8" standalone="yes"?><Relationships xmlns="http://schemas.openxmlformats.org/package/2006/relationships"></Relationships>
</file>

<file path=ppt/theme/_rels/theme13.xml.rels><?xml version="1.0" encoding="UTF-8" standalone="yes"?><Relationships xmlns="http://schemas.openxmlformats.org/package/2006/relationships"></Relationships>
</file>

<file path=ppt/theme/_rels/theme14.xml.rels><?xml version="1.0" encoding="UTF-8" standalone="yes"?><Relationships xmlns="http://schemas.openxmlformats.org/package/2006/relationships"></Relationships>
</file>

<file path=ppt/theme/_rels/theme15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Retrospección">
  <a:themeElements>
    <a:clrScheme name="Naranja rojo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Retrospección">
  <a:themeElements>
    <a:clrScheme name="Naranja rojo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Retrospección">
  <a:themeElements>
    <a:clrScheme name="Naranja rojo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Retrospección">
  <a:themeElements>
    <a:clrScheme name="Naranja rojo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</a:gradFill>
      </a:bgFillStyleLst>
    </a:fmtScheme>
  </a:themeElements>
  <a:objectDefaults/>
</a:theme>
</file>

<file path=ppt/theme/theme5.xml><?xml version="1.0" encoding="utf-8"?>
<a:theme xmlns:a="http://schemas.openxmlformats.org/drawingml/2006/main" xmlns:r="http://schemas.openxmlformats.org/officeDocument/2006/relationships" xmlns:p="http://schemas.openxmlformats.org/presentationml/2006/main" name="Retrospección">
  <a:themeElements>
    <a:clrScheme name="Naranja rojo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</a:gradFill>
      </a:bgFillStyleLst>
    </a:fmtScheme>
  </a:themeElements>
  <a:objectDefaults/>
</a:theme>
</file>

<file path=ppt/theme/theme6.xml><?xml version="1.0" encoding="utf-8"?>
<a:theme xmlns:a="http://schemas.openxmlformats.org/drawingml/2006/main" xmlns:r="http://schemas.openxmlformats.org/officeDocument/2006/relationships" xmlns:p="http://schemas.openxmlformats.org/presentationml/2006/main" name="Retrospección">
  <a:themeElements>
    <a:clrScheme name="Naranja rojo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</a:gradFill>
      </a:bgFillStyleLst>
    </a:fmtScheme>
  </a:themeElements>
  <a:objectDefaults/>
</a:theme>
</file>

<file path=ppt/theme/theme7.xml><?xml version="1.0" encoding="utf-8"?>
<a:theme xmlns:a="http://schemas.openxmlformats.org/drawingml/2006/main" xmlns:r="http://schemas.openxmlformats.org/officeDocument/2006/relationships" xmlns:p="http://schemas.openxmlformats.org/presentationml/2006/main" name="Retrospección">
  <a:themeElements>
    <a:clrScheme name="Naranja rojo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</a:gradFill>
      </a:bgFillStyleLst>
    </a:fmtScheme>
  </a:themeElements>
  <a:objectDefaults/>
</a:theme>
</file>

<file path=ppt/theme/theme8.xml><?xml version="1.0" encoding="utf-8"?>
<a:theme xmlns:a="http://schemas.openxmlformats.org/drawingml/2006/main" xmlns:r="http://schemas.openxmlformats.org/officeDocument/2006/relationships" xmlns:p="http://schemas.openxmlformats.org/presentationml/2006/main" name="Retrospección">
  <a:themeElements>
    <a:clrScheme name="Naranja rojo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</a:gradFill>
      </a:bgFillStyleLst>
    </a:fmtScheme>
  </a:themeElements>
  <a:objectDefaults/>
</a:theme>
</file>

<file path=ppt/theme/theme9.xml><?xml version="1.0" encoding="utf-8"?>
<a:theme xmlns:a="http://schemas.openxmlformats.org/drawingml/2006/main" xmlns:r="http://schemas.openxmlformats.org/officeDocument/2006/relationships" xmlns:p="http://schemas.openxmlformats.org/presentationml/2006/main" name="Retrospección">
  <a:themeElements>
    <a:clrScheme name="Naranja rojo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</a:gradFill>
      </a:bgFillStyleLst>
    </a:fmtScheme>
  </a:themeElements>
  <a:objectDefaults/>
</a:theme>
</file>

<file path=ppt/theme/theme10.xml><?xml version="1.0" encoding="utf-8"?>
<a:theme xmlns:a="http://schemas.openxmlformats.org/drawingml/2006/main" xmlns:r="http://schemas.openxmlformats.org/officeDocument/2006/relationships" xmlns:p="http://schemas.openxmlformats.org/presentationml/2006/main" name="Retrospección">
  <a:themeElements>
    <a:clrScheme name="Naranja rojo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</a:gradFill>
      </a:bgFillStyleLst>
    </a:fmtScheme>
  </a:themeElements>
  <a:objectDefaults/>
</a:theme>
</file>

<file path=ppt/theme/theme11.xml><?xml version="1.0" encoding="utf-8"?>
<a:theme xmlns:a="http://schemas.openxmlformats.org/drawingml/2006/main" xmlns:r="http://schemas.openxmlformats.org/officeDocument/2006/relationships" xmlns:p="http://schemas.openxmlformats.org/presentationml/2006/main" name="Retrospección">
  <a:themeElements>
    <a:clrScheme name="Naranja rojo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</a:gradFill>
      </a:bgFillStyleLst>
    </a:fmtScheme>
  </a:themeElements>
  <a:objectDefaults/>
</a:theme>
</file>

<file path=ppt/theme/theme12.xml><?xml version="1.0" encoding="utf-8"?>
<a:theme xmlns:a="http://schemas.openxmlformats.org/drawingml/2006/main" xmlns:r="http://schemas.openxmlformats.org/officeDocument/2006/relationships" xmlns:p="http://schemas.openxmlformats.org/presentationml/2006/main" name="Retrospección">
  <a:themeElements>
    <a:clrScheme name="Naranja rojo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</a:gradFill>
      </a:bgFillStyleLst>
    </a:fmtScheme>
  </a:themeElements>
  <a:objectDefaults/>
</a:theme>
</file>

<file path=ppt/theme/theme13.xml><?xml version="1.0" encoding="utf-8"?>
<a:theme xmlns:a="http://schemas.openxmlformats.org/drawingml/2006/main" xmlns:r="http://schemas.openxmlformats.org/officeDocument/2006/relationships" xmlns:p="http://schemas.openxmlformats.org/presentationml/2006/main" name="Retrospección">
  <a:themeElements>
    <a:clrScheme name="Naranja rojo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</a:gradFill>
      </a:bgFillStyleLst>
    </a:fmtScheme>
  </a:themeElements>
  <a:objectDefaults/>
</a:theme>
</file>

<file path=ppt/theme/theme14.xml><?xml version="1.0" encoding="utf-8"?>
<a:theme xmlns:a="http://schemas.openxmlformats.org/drawingml/2006/main" xmlns:r="http://schemas.openxmlformats.org/officeDocument/2006/relationships" xmlns:p="http://schemas.openxmlformats.org/presentationml/2006/main" name="Retrospección">
  <a:themeElements>
    <a:clrScheme name="Naranja rojo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</a:gradFill>
      </a:bgFillStyleLst>
    </a:fmtScheme>
  </a:themeElements>
  <a:objectDefaults/>
</a:theme>
</file>

<file path=ppt/theme/theme15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2026 Ingenieria de software 2</Template>
  <TotalTime>0</TotalTime>
  <Words>0</Words>
  <Application>ONLYOFFICE/9.3.1.8</Application>
  <PresentationFormat>On-screen Show (4:3)</PresentationFormat>
  <Paragraphs>0</Paragraphs>
  <Slides>36</Slides>
  <Notes>36</Notes>
  <HiddenSlides>0</HiddenSlides>
  <MMClips>2</MMClips>
  <ScaleCrop>0</ScaleCrop>
  <HeadingPairs>
    <vt:vector size="4" baseType="variant">
      <vt:variant>
        <vt:lpstr>Theme</vt:lpstr>
      </vt:variant>
      <vt:variant>
        <vt:i4>14</vt:i4>
      </vt:variant>
      <vt:variant>
        <vt:lpstr>Slide Titles</vt:lpstr>
      </vt:variant>
      <vt:variant>
        <vt:i4>36</vt:i4>
      </vt:variant>
    </vt:vector>
  </HeadingPairs>
  <TitlesOfParts>
    <vt:vector size="50" baseType="lpstr">
      <vt:lpstr>Theme 1</vt:lpstr>
      <vt:lpstr>Theme 2</vt:lpstr>
      <vt:lpstr>Theme 3</vt:lpstr>
      <vt:lpstr>Theme 4</vt:lpstr>
      <vt:lpstr>Theme 5</vt:lpstr>
      <vt:lpstr>Theme 6</vt:lpstr>
      <vt:lpstr>Theme 7</vt:lpstr>
      <vt:lpstr>Theme 8</vt:lpstr>
      <vt:lpstr>Theme 9</vt:lpstr>
      <vt:lpstr>Theme 10</vt:lpstr>
      <vt:lpstr>Theme 11</vt:lpstr>
      <vt:lpstr>Theme 12</vt:lpstr>
      <vt:lpstr>Theme 13</vt:lpstr>
      <vt:lpstr>Theme 14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Alejandro Gonzalez</dc:creator>
  <dc:description/>
  <dc:language>es-ES</dc:language>
  <cp:lastModifiedBy/>
  <cp:revision>32</cp:revision>
  <dcterms:created xsi:type="dcterms:W3CDTF">2025-03-18T14:00:00Z</dcterms:created>
  <dcterms:modified xsi:type="dcterms:W3CDTF">2026-04-20T20:39:34Z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35</vt:i4>
  </property>
  <property fmtid="{D5CDD505-2E9C-101B-9397-08002B2CF9AE}" pid="3" name="PresentationFormat">
    <vt:lpwstr>Panorámica</vt:lpwstr>
  </property>
  <property fmtid="{D5CDD505-2E9C-101B-9397-08002B2CF9AE}" pid="4" name="Slides">
    <vt:i4>36</vt:i4>
  </property>
</Properties>
</file>