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7021500" cx="121697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11">
          <p15:clr>
            <a:srgbClr val="000000"/>
          </p15:clr>
        </p15:guide>
        <p15:guide id="2" pos="3833">
          <p15:clr>
            <a:srgbClr val="000000"/>
          </p15:clr>
        </p15:guide>
      </p15:sldGuideLst>
    </p:ext>
    <p:ext uri="GoogleSlidesCustomDataVersion2">
      <go:slidesCustomData xmlns:go="http://customooxmlschemas.google.com/" r:id="rId57" roundtripDataSignature="AMtx7mjJUeea8gqlg+wSIP8m9SZPiY+L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11" orient="horz"/>
        <p:guide pos="3833"/>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07000" y="812520"/>
            <a:ext cx="5345280" cy="40089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280680" cy="53424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278960" y="0"/>
            <a:ext cx="3280680" cy="53424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10157400"/>
            <a:ext cx="3280680" cy="53424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8" name="Google Shape;118;p1:notes"/>
          <p:cNvSpPr txBox="1"/>
          <p:nvPr>
            <p:ph idx="1" type="body"/>
          </p:nvPr>
        </p:nvSpPr>
        <p:spPr>
          <a:xfrm>
            <a:off x="685800" y="4400640"/>
            <a:ext cx="5486400" cy="359892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119" name="Google Shape;119;p1:notes"/>
          <p:cNvSpPr/>
          <p:nvPr/>
        </p:nvSpPr>
        <p:spPr>
          <a:xfrm>
            <a:off x="3884760" y="8685360"/>
            <a:ext cx="2971800" cy="457200"/>
          </a:xfrm>
          <a:custGeom>
            <a:rect b="b" l="l" r="r" t="t"/>
            <a:pathLst>
              <a:path extrusionOk="0" h="21600" w="21600">
                <a:moveTo>
                  <a:pt x="0" y="0"/>
                </a:moveTo>
                <a:lnTo>
                  <a:pt x="21600" y="0"/>
                </a:lnTo>
                <a:lnTo>
                  <a:pt x="21600" y="21600"/>
                </a:lnTo>
                <a:lnTo>
                  <a:pt x="0" y="21600"/>
                </a:lnTo>
                <a:close/>
              </a:path>
            </a:pathLst>
          </a:custGeom>
          <a:noFill/>
          <a:ln>
            <a:noFill/>
          </a:ln>
        </p:spPr>
      </p:sp>
      <p:sp>
        <p:nvSpPr>
          <p:cNvPr id="120" name="Google Shape;120;p1:notes"/>
          <p:cNvSpPr/>
          <p:nvPr>
            <p:ph idx="2" type="sldImg"/>
          </p:nvPr>
        </p:nvSpPr>
        <p:spPr>
          <a:xfrm>
            <a:off x="754063" y="1143000"/>
            <a:ext cx="5349875" cy="30861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29" name="Google Shape;129;p2:notes"/>
          <p:cNvSpPr/>
          <p:nvPr>
            <p:ph idx="2" type="sldImg"/>
          </p:nvPr>
        </p:nvSpPr>
        <p:spPr>
          <a:xfrm>
            <a:off x="458788" y="685800"/>
            <a:ext cx="59404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2:notes"/>
          <p:cNvSpPr txBox="1"/>
          <p:nvPr>
            <p:ph idx="1" type="body"/>
          </p:nvPr>
        </p:nvSpPr>
        <p:spPr>
          <a:xfrm>
            <a:off x="685800" y="4343400"/>
            <a:ext cx="5485680" cy="41140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131" name="Google Shape;131;p2:notes"/>
          <p:cNvSpPr/>
          <p:nvPr/>
        </p:nvSpPr>
        <p:spPr>
          <a:xfrm>
            <a:off x="3884760" y="8685360"/>
            <a:ext cx="2971080" cy="4564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A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42" name="Google Shape;142;p3: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143" name="Google Shape;143;p3: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56" name="Google Shape;156;p128: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157" name="Google Shape;157;p128: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67" name="Google Shape;167;p5:notes"/>
          <p:cNvSpPr txBox="1"/>
          <p:nvPr>
            <p:ph idx="1" type="body"/>
          </p:nvPr>
        </p:nvSpPr>
        <p:spPr>
          <a:xfrm>
            <a:off x="685800" y="4343400"/>
            <a:ext cx="5486040" cy="41144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168" name="Google Shape;168;p5:notes"/>
          <p:cNvSpPr/>
          <p:nvPr>
            <p:ph idx="2" type="sldImg"/>
          </p:nvPr>
        </p:nvSpPr>
        <p:spPr>
          <a:xfrm>
            <a:off x="458788" y="695325"/>
            <a:ext cx="5940425" cy="3427413"/>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177" name="Google Shape;177;p6: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178" name="Google Shape;178;p6: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s-AR" sz="1800" u="none" cap="none" strike="noStrike">
                <a:solidFill>
                  <a:srgbClr val="000000"/>
                </a:solidFill>
                <a:latin typeface="Calibri"/>
                <a:ea typeface="Calibri"/>
                <a:cs typeface="Calibri"/>
                <a:sym typeface="Calibri"/>
              </a:rPr>
              <a:t>‹#›</a:t>
            </a:fld>
            <a:endParaRPr b="0" i="0" sz="1800" u="none" cap="none" strike="noStrike">
              <a:solidFill>
                <a:srgbClr val="000000"/>
              </a:solidFill>
              <a:latin typeface="Arial"/>
              <a:ea typeface="Arial"/>
              <a:cs typeface="Arial"/>
              <a:sym typeface="Arial"/>
            </a:endParaRPr>
          </a:p>
        </p:txBody>
      </p:sp>
      <p:sp>
        <p:nvSpPr>
          <p:cNvPr id="188" name="Google Shape;188;p7: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189" name="Google Shape;189;p7: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s-AR" sz="1800" u="none" cap="none" strike="noStrike">
                <a:solidFill>
                  <a:srgbClr val="000000"/>
                </a:solidFill>
                <a:latin typeface="Calibri"/>
                <a:ea typeface="Calibri"/>
                <a:cs typeface="Calibri"/>
                <a:sym typeface="Calibri"/>
              </a:rPr>
              <a:t>‹#›</a:t>
            </a:fld>
            <a:endParaRPr b="0" i="0" sz="1800" u="none" cap="none" strike="noStrike">
              <a:solidFill>
                <a:srgbClr val="000000"/>
              </a:solidFill>
              <a:latin typeface="Arial"/>
              <a:ea typeface="Arial"/>
              <a:cs typeface="Arial"/>
              <a:sym typeface="Arial"/>
            </a:endParaRPr>
          </a:p>
        </p:txBody>
      </p:sp>
      <p:sp>
        <p:nvSpPr>
          <p:cNvPr id="200" name="Google Shape;200;p8: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01" name="Google Shape;201;p8: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11" name="Google Shape;211;p9: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12" name="Google Shape;212;p9: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28" name="Google Shape;228;p10:notes"/>
          <p:cNvSpPr txBox="1"/>
          <p:nvPr>
            <p:ph idx="1" type="body"/>
          </p:nvPr>
        </p:nvSpPr>
        <p:spPr>
          <a:xfrm>
            <a:off x="685800" y="4343400"/>
            <a:ext cx="5486040" cy="41144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29" name="Google Shape;229;p10:notes"/>
          <p:cNvSpPr/>
          <p:nvPr/>
        </p:nvSpPr>
        <p:spPr>
          <a:xfrm>
            <a:off x="3884760" y="8685360"/>
            <a:ext cx="2971080" cy="4564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A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
        <p:nvSpPr>
          <p:cNvPr id="230" name="Google Shape;230;p10:notes"/>
          <p:cNvSpPr/>
          <p:nvPr>
            <p:ph idx="2" type="sldImg"/>
          </p:nvPr>
        </p:nvSpPr>
        <p:spPr>
          <a:xfrm>
            <a:off x="458788" y="695325"/>
            <a:ext cx="5940425" cy="3427413"/>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41" name="Google Shape;241;p11:notes"/>
          <p:cNvSpPr/>
          <p:nvPr>
            <p:ph idx="2" type="sldImg"/>
          </p:nvPr>
        </p:nvSpPr>
        <p:spPr>
          <a:xfrm>
            <a:off x="458788" y="685800"/>
            <a:ext cx="5940425"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11:notes"/>
          <p:cNvSpPr txBox="1"/>
          <p:nvPr>
            <p:ph idx="1" type="body"/>
          </p:nvPr>
        </p:nvSpPr>
        <p:spPr>
          <a:xfrm>
            <a:off x="685800" y="4343400"/>
            <a:ext cx="5485680" cy="41140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43" name="Google Shape;243;p11:notes"/>
          <p:cNvSpPr/>
          <p:nvPr/>
        </p:nvSpPr>
        <p:spPr>
          <a:xfrm>
            <a:off x="3884760" y="8685360"/>
            <a:ext cx="2971080" cy="45648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AR"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54" name="Google Shape;254;p12: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55" name="Google Shape;255;p12: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29: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65" name="Google Shape;265;p129: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66" name="Google Shape;266;p129: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77" name="Google Shape;277;p13: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86" name="Google Shape;286;p14: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87" name="Google Shape;287;p14: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297" name="Google Shape;297;p15: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298" name="Google Shape;298;p15: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08" name="Google Shape;308;p16: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309" name="Google Shape;309;p16: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25" name="Google Shape;325;p17: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326" name="Google Shape;326;p17: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1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36" name="Google Shape;336;p18: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337" name="Google Shape;337;p18: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30: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55" name="Google Shape;355;p130: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356" name="Google Shape;356;p130: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31: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67" name="Google Shape;367;p131: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368" name="Google Shape;368;p131: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32: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79" name="Google Shape;379;p132: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380" name="Google Shape;380;p132: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33: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392" name="Google Shape;392;p133: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393" name="Google Shape;393;p133: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34: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03" name="Google Shape;403;p134: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404" name="Google Shape;404;p134: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35: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15" name="Google Shape;415;p135: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416" name="Google Shape;416;p135: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36: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26" name="Google Shape;426;p136: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427" name="Google Shape;427;p136: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137: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37" name="Google Shape;437;p137: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438" name="Google Shape;438;p137: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38:notes"/>
          <p:cNvSpPr txBox="1"/>
          <p:nvPr/>
        </p:nvSpPr>
        <p:spPr>
          <a:xfrm>
            <a:off x="4278960" y="10157400"/>
            <a:ext cx="3280680" cy="53424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
        <p:nvSpPr>
          <p:cNvPr id="448" name="Google Shape;448;p138:notes"/>
          <p:cNvSpPr txBox="1"/>
          <p:nvPr>
            <p:ph idx="1" type="body"/>
          </p:nvPr>
        </p:nvSpPr>
        <p:spPr>
          <a:xfrm>
            <a:off x="756000" y="5078520"/>
            <a:ext cx="6047280" cy="48106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449" name="Google Shape;449;p138:notes"/>
          <p:cNvSpPr/>
          <p:nvPr>
            <p:ph idx="2" type="sldImg"/>
          </p:nvPr>
        </p:nvSpPr>
        <p:spPr>
          <a:xfrm>
            <a:off x="306388" y="812800"/>
            <a:ext cx="6946900"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961ff0e647_0_0:notes"/>
          <p:cNvSpPr/>
          <p:nvPr>
            <p:ph idx="2" type="sldImg"/>
          </p:nvPr>
        </p:nvSpPr>
        <p:spPr>
          <a:xfrm>
            <a:off x="1107000" y="812520"/>
            <a:ext cx="5345400" cy="40089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3961ff0e647_0_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0" name="Google Shape;460;g3961ff0e647_0_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Arial"/>
              <a:buNone/>
            </a:pPr>
            <a:fld id="{00000000-1234-1234-1234-123412341234}" type="slidenum">
              <a:rPr lang="es-A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8:notes"/>
          <p:cNvSpPr txBox="1"/>
          <p:nvPr/>
        </p:nvSpPr>
        <p:spPr>
          <a:xfrm>
            <a:off x="3884760" y="8685360"/>
            <a:ext cx="2971800" cy="45864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s-AR"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467" name="Google Shape;467;p28:notes"/>
          <p:cNvSpPr txBox="1"/>
          <p:nvPr>
            <p:ph idx="1" type="body"/>
          </p:nvPr>
        </p:nvSpPr>
        <p:spPr>
          <a:xfrm>
            <a:off x="685800" y="4400640"/>
            <a:ext cx="5486400" cy="359892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468" name="Google Shape;468;p28:notes"/>
          <p:cNvSpPr/>
          <p:nvPr/>
        </p:nvSpPr>
        <p:spPr>
          <a:xfrm>
            <a:off x="3884760" y="8685360"/>
            <a:ext cx="2971800" cy="457200"/>
          </a:xfrm>
          <a:custGeom>
            <a:rect b="b" l="l" r="r" t="t"/>
            <a:pathLst>
              <a:path extrusionOk="0" h="21600" w="21600">
                <a:moveTo>
                  <a:pt x="0" y="0"/>
                </a:moveTo>
                <a:lnTo>
                  <a:pt x="21600" y="0"/>
                </a:lnTo>
                <a:lnTo>
                  <a:pt x="21600" y="21600"/>
                </a:lnTo>
                <a:lnTo>
                  <a:pt x="0" y="21600"/>
                </a:lnTo>
                <a:close/>
              </a:path>
            </a:pathLst>
          </a:custGeom>
          <a:noFill/>
          <a:ln>
            <a:noFill/>
          </a:ln>
        </p:spPr>
      </p:sp>
      <p:sp>
        <p:nvSpPr>
          <p:cNvPr id="469" name="Google Shape;469;p28:notes"/>
          <p:cNvSpPr/>
          <p:nvPr>
            <p:ph idx="2" type="sldImg"/>
          </p:nvPr>
        </p:nvSpPr>
        <p:spPr>
          <a:xfrm>
            <a:off x="754063" y="1143000"/>
            <a:ext cx="5349875" cy="30861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2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80" name="Google Shape;480;p29: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91" name="Google Shape;491;p30: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00" name="Google Shape;500;p31: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15" name="Google Shape;515;p32: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33:notes"/>
          <p:cNvSpPr/>
          <p:nvPr>
            <p:ph idx="2" type="sldImg"/>
          </p:nvPr>
        </p:nvSpPr>
        <p:spPr>
          <a:xfrm>
            <a:off x="755650" y="1143000"/>
            <a:ext cx="5345113" cy="3084513"/>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9" name="Google Shape;529;p33:notes"/>
          <p:cNvSpPr txBox="1"/>
          <p:nvPr>
            <p:ph idx="1" type="body"/>
          </p:nvPr>
        </p:nvSpPr>
        <p:spPr>
          <a:xfrm>
            <a:off x="685800" y="4400640"/>
            <a:ext cx="5485320" cy="359928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
        <p:nvSpPr>
          <p:cNvPr id="530" name="Google Shape;530;p33:notes"/>
          <p:cNvSpPr/>
          <p:nvPr/>
        </p:nvSpPr>
        <p:spPr>
          <a:xfrm>
            <a:off x="3884760" y="8685360"/>
            <a:ext cx="2970720" cy="45756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b" bIns="45000" lIns="90000" spcFirstLastPara="1" rIns="90000" wrap="square" tIns="450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AR"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3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43" name="Google Shape;543;p35: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13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53" name="Google Shape;553;p139: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14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64" name="Google Shape;564;p140: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14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75" name="Google Shape;575;p141: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4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86" name="Google Shape;586;p142: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43: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96" name="Google Shape;596;p143: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144: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07" name="Google Shape;607;p144: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45: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19" name="Google Shape;619;p145: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146: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30" name="Google Shape;630;p146: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147: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42" name="Google Shape;642;p147: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961ff0e647_0_10:notes"/>
          <p:cNvSpPr/>
          <p:nvPr>
            <p:ph idx="2" type="sldImg"/>
          </p:nvPr>
        </p:nvSpPr>
        <p:spPr>
          <a:xfrm>
            <a:off x="1107000" y="812520"/>
            <a:ext cx="5345400" cy="40089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961ff0e647_0_10:notes"/>
          <p:cNvSpPr txBox="1"/>
          <p:nvPr>
            <p:ph idx="1" type="body"/>
          </p:nvPr>
        </p:nvSpPr>
        <p:spPr>
          <a:xfrm>
            <a:off x="756000" y="5078520"/>
            <a:ext cx="6047700" cy="4811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54" name="Google Shape;654;g3961ff0e647_0_10:notes"/>
          <p:cNvSpPr txBox="1"/>
          <p:nvPr>
            <p:ph idx="12" type="sldNum"/>
          </p:nvPr>
        </p:nvSpPr>
        <p:spPr>
          <a:xfrm>
            <a:off x="4278960" y="10157400"/>
            <a:ext cx="3280800" cy="5343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Arial"/>
              <a:buNone/>
            </a:pPr>
            <a:fld id="{00000000-1234-1234-1234-123412341234}" type="slidenum">
              <a:rPr lang="es-A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48: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61" name="Google Shape;661;p148: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149: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72" name="Google Shape;672;p149: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50: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83" name="Google Shape;683;p150: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151: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94" name="Google Shape;694;p151: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152:notes"/>
          <p:cNvSpPr txBox="1"/>
          <p:nvPr>
            <p:ph idx="1" type="body"/>
          </p:nvPr>
        </p:nvSpPr>
        <p:spPr>
          <a:xfrm>
            <a:off x="756000" y="5078520"/>
            <a:ext cx="6047640" cy="48110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05" name="Google Shape;705;p152:notes"/>
          <p:cNvSpPr/>
          <p:nvPr>
            <p:ph idx="2" type="sldImg"/>
          </p:nvPr>
        </p:nvSpPr>
        <p:spPr>
          <a:xfrm>
            <a:off x="306388" y="812800"/>
            <a:ext cx="6945312" cy="4008438"/>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con pie" showMasterSp="0" type="title">
  <p:cSld name="TITLE">
    <p:spTree>
      <p:nvGrpSpPr>
        <p:cNvPr id="19" name="Shape 19"/>
        <p:cNvGrpSpPr/>
        <p:nvPr/>
      </p:nvGrpSpPr>
      <p:grpSpPr>
        <a:xfrm>
          <a:off x="0" y="0"/>
          <a:ext cx="0" cy="0"/>
          <a:chOff x="0" y="0"/>
          <a:chExt cx="0" cy="0"/>
        </a:xfrm>
      </p:grpSpPr>
      <p:sp>
        <p:nvSpPr>
          <p:cNvPr id="20" name="Google Shape;20;p154"/>
          <p:cNvSpPr/>
          <p:nvPr/>
        </p:nvSpPr>
        <p:spPr>
          <a:xfrm>
            <a:off x="3170" y="6553412"/>
            <a:ext cx="12166606" cy="468101"/>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54"/>
          <p:cNvSpPr/>
          <p:nvPr/>
        </p:nvSpPr>
        <p:spPr>
          <a:xfrm>
            <a:off x="0" y="6485147"/>
            <a:ext cx="12166606" cy="6501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2" name="Google Shape;22;p154"/>
          <p:cNvCxnSpPr/>
          <p:nvPr/>
        </p:nvCxnSpPr>
        <p:spPr>
          <a:xfrm>
            <a:off x="1205886" y="4446958"/>
            <a:ext cx="9857834" cy="0"/>
          </a:xfrm>
          <a:prstGeom prst="straightConnector1">
            <a:avLst/>
          </a:prstGeom>
          <a:noFill/>
          <a:ln cap="flat" cmpd="sng" w="9525">
            <a:solidFill>
              <a:srgbClr val="7F7F7F"/>
            </a:solidFill>
            <a:prstDash val="solid"/>
            <a:round/>
            <a:headEnd len="sm" w="sm" type="none"/>
            <a:tailEnd len="sm" w="sm" type="none"/>
          </a:ln>
        </p:spPr>
      </p:cxnSp>
      <p:sp>
        <p:nvSpPr>
          <p:cNvPr id="23" name="Google Shape;23;p154"/>
          <p:cNvSpPr txBox="1"/>
          <p:nvPr>
            <p:ph type="ctrTitle"/>
          </p:nvPr>
        </p:nvSpPr>
        <p:spPr>
          <a:xfrm>
            <a:off x="1095280" y="777047"/>
            <a:ext cx="10040064" cy="365118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SzPts val="1400"/>
              <a:buNone/>
              <a:defRPr sz="7187">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24" name="Google Shape;24;p154"/>
          <p:cNvSpPr txBox="1"/>
          <p:nvPr>
            <p:ph idx="1" type="subTitle"/>
          </p:nvPr>
        </p:nvSpPr>
        <p:spPr>
          <a:xfrm>
            <a:off x="1098046" y="4561854"/>
            <a:ext cx="10040064" cy="117025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198"/>
              </a:spcBef>
              <a:spcAft>
                <a:spcPts val="0"/>
              </a:spcAft>
              <a:buSzPts val="2396"/>
              <a:buNone/>
              <a:defRPr sz="2396" cap="none">
                <a:solidFill>
                  <a:schemeClr val="dk2"/>
                </a:solidFill>
                <a:latin typeface="Calibri"/>
                <a:ea typeface="Calibri"/>
                <a:cs typeface="Calibri"/>
                <a:sym typeface="Calibri"/>
              </a:defRPr>
            </a:lvl1pPr>
            <a:lvl2pPr lvl="1" algn="ctr">
              <a:lnSpc>
                <a:spcPct val="90000"/>
              </a:lnSpc>
              <a:spcBef>
                <a:spcPts val="200"/>
              </a:spcBef>
              <a:spcAft>
                <a:spcPts val="0"/>
              </a:spcAft>
              <a:buSzPts val="2396"/>
              <a:buNone/>
              <a:defRPr sz="2396"/>
            </a:lvl2pPr>
            <a:lvl3pPr lvl="2" algn="ctr">
              <a:lnSpc>
                <a:spcPct val="90000"/>
              </a:lnSpc>
              <a:spcBef>
                <a:spcPts val="399"/>
              </a:spcBef>
              <a:spcAft>
                <a:spcPts val="0"/>
              </a:spcAft>
              <a:buSzPts val="2396"/>
              <a:buNone/>
              <a:defRPr sz="2396"/>
            </a:lvl3pPr>
            <a:lvl4pPr lvl="3" algn="ctr">
              <a:lnSpc>
                <a:spcPct val="90000"/>
              </a:lnSpc>
              <a:spcBef>
                <a:spcPts val="399"/>
              </a:spcBef>
              <a:spcAft>
                <a:spcPts val="0"/>
              </a:spcAft>
              <a:buSzPts val="1996"/>
              <a:buNone/>
              <a:defRPr sz="1995"/>
            </a:lvl4pPr>
            <a:lvl5pPr lvl="4" algn="ctr">
              <a:lnSpc>
                <a:spcPct val="90000"/>
              </a:lnSpc>
              <a:spcBef>
                <a:spcPts val="399"/>
              </a:spcBef>
              <a:spcAft>
                <a:spcPts val="0"/>
              </a:spcAft>
              <a:buSzPts val="1996"/>
              <a:buNone/>
              <a:defRPr sz="1995"/>
            </a:lvl5pPr>
            <a:lvl6pPr lvl="5" algn="ctr">
              <a:lnSpc>
                <a:spcPct val="90000"/>
              </a:lnSpc>
              <a:spcBef>
                <a:spcPts val="399"/>
              </a:spcBef>
              <a:spcAft>
                <a:spcPts val="0"/>
              </a:spcAft>
              <a:buSzPts val="1996"/>
              <a:buNone/>
              <a:defRPr sz="1995"/>
            </a:lvl6pPr>
            <a:lvl7pPr lvl="6" algn="ctr">
              <a:lnSpc>
                <a:spcPct val="90000"/>
              </a:lnSpc>
              <a:spcBef>
                <a:spcPts val="399"/>
              </a:spcBef>
              <a:spcAft>
                <a:spcPts val="0"/>
              </a:spcAft>
              <a:buSzPts val="1996"/>
              <a:buNone/>
              <a:defRPr sz="1995"/>
            </a:lvl7pPr>
            <a:lvl8pPr lvl="7" algn="ctr">
              <a:lnSpc>
                <a:spcPct val="90000"/>
              </a:lnSpc>
              <a:spcBef>
                <a:spcPts val="399"/>
              </a:spcBef>
              <a:spcAft>
                <a:spcPts val="0"/>
              </a:spcAft>
              <a:buSzPts val="1996"/>
              <a:buNone/>
              <a:defRPr sz="1995"/>
            </a:lvl8pPr>
            <a:lvl9pPr lvl="8" algn="ctr">
              <a:lnSpc>
                <a:spcPct val="90000"/>
              </a:lnSpc>
              <a:spcBef>
                <a:spcPts val="399"/>
              </a:spcBef>
              <a:spcAft>
                <a:spcPts val="399"/>
              </a:spcAft>
              <a:buSzPts val="1996"/>
              <a:buNone/>
              <a:defRPr sz="1995"/>
            </a:lvl9pPr>
          </a:lstStyle>
          <a:p/>
        </p:txBody>
      </p:sp>
      <p:sp>
        <p:nvSpPr>
          <p:cNvPr id="25" name="Google Shape;25;p154"/>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4"/>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54"/>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p:cSld name="1_En blanco">
    <p:spTree>
      <p:nvGrpSpPr>
        <p:cNvPr id="28" name="Shape 28"/>
        <p:cNvGrpSpPr/>
        <p:nvPr/>
      </p:nvGrpSpPr>
      <p:grpSpPr>
        <a:xfrm>
          <a:off x="0" y="0"/>
          <a:ext cx="0" cy="0"/>
          <a:chOff x="0" y="0"/>
          <a:chExt cx="0" cy="0"/>
        </a:xfrm>
      </p:grpSpPr>
      <p:sp>
        <p:nvSpPr>
          <p:cNvPr id="29" name="Google Shape;29;p155"/>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SzPts val="1400"/>
              <a:buNone/>
              <a:defRPr sz="4392"/>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30" name="Google Shape;30;p155"/>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5"/>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5"/>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33" name="Shape 33"/>
        <p:cNvGrpSpPr/>
        <p:nvPr/>
      </p:nvGrpSpPr>
      <p:grpSpPr>
        <a:xfrm>
          <a:off x="0" y="0"/>
          <a:ext cx="0" cy="0"/>
          <a:chOff x="0" y="0"/>
          <a:chExt cx="0" cy="0"/>
        </a:xfrm>
      </p:grpSpPr>
      <p:sp>
        <p:nvSpPr>
          <p:cNvPr id="34" name="Google Shape;34;p156"/>
          <p:cNvSpPr/>
          <p:nvPr/>
        </p:nvSpPr>
        <p:spPr>
          <a:xfrm>
            <a:off x="0" y="0"/>
            <a:ext cx="4043915" cy="7021513"/>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156"/>
          <p:cNvSpPr/>
          <p:nvPr/>
        </p:nvSpPr>
        <p:spPr>
          <a:xfrm>
            <a:off x="4032823" y="0"/>
            <a:ext cx="63384" cy="7021513"/>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56"/>
          <p:cNvSpPr txBox="1"/>
          <p:nvPr>
            <p:ph type="title"/>
          </p:nvPr>
        </p:nvSpPr>
        <p:spPr>
          <a:xfrm>
            <a:off x="456367" y="608530"/>
            <a:ext cx="3194566" cy="2340504"/>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SzPts val="1400"/>
              <a:buNone/>
              <a:defRPr b="0" sz="3593">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37" name="Google Shape;37;p156"/>
          <p:cNvSpPr txBox="1"/>
          <p:nvPr>
            <p:ph idx="1" type="body"/>
          </p:nvPr>
        </p:nvSpPr>
        <p:spPr>
          <a:xfrm>
            <a:off x="4791849" y="748961"/>
            <a:ext cx="6480405" cy="5383160"/>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38" name="Google Shape;38;p156"/>
          <p:cNvSpPr txBox="1"/>
          <p:nvPr>
            <p:ph idx="2" type="body"/>
          </p:nvPr>
        </p:nvSpPr>
        <p:spPr>
          <a:xfrm>
            <a:off x="456367" y="2995846"/>
            <a:ext cx="3194566" cy="345969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98"/>
              </a:spcBef>
              <a:spcAft>
                <a:spcPts val="0"/>
              </a:spcAft>
              <a:buSzPts val="1497"/>
              <a:buNone/>
              <a:defRPr sz="1497">
                <a:solidFill>
                  <a:srgbClr val="FFFFFF"/>
                </a:solidFill>
              </a:defRPr>
            </a:lvl1pPr>
            <a:lvl2pPr indent="-228600" lvl="1" marL="914400" algn="l">
              <a:lnSpc>
                <a:spcPct val="90000"/>
              </a:lnSpc>
              <a:spcBef>
                <a:spcPts val="200"/>
              </a:spcBef>
              <a:spcAft>
                <a:spcPts val="0"/>
              </a:spcAft>
              <a:buSzPts val="1198"/>
              <a:buNone/>
              <a:defRPr sz="1198"/>
            </a:lvl2pPr>
            <a:lvl3pPr indent="-228600" lvl="2" marL="1371600" algn="l">
              <a:lnSpc>
                <a:spcPct val="90000"/>
              </a:lnSpc>
              <a:spcBef>
                <a:spcPts val="399"/>
              </a:spcBef>
              <a:spcAft>
                <a:spcPts val="0"/>
              </a:spcAft>
              <a:buSzPts val="998"/>
              <a:buNone/>
              <a:defRPr sz="997"/>
            </a:lvl3pPr>
            <a:lvl4pPr indent="-228600" lvl="3" marL="1828800" algn="l">
              <a:lnSpc>
                <a:spcPct val="90000"/>
              </a:lnSpc>
              <a:spcBef>
                <a:spcPts val="399"/>
              </a:spcBef>
              <a:spcAft>
                <a:spcPts val="0"/>
              </a:spcAft>
              <a:buSzPts val="898"/>
              <a:buNone/>
              <a:defRPr sz="897"/>
            </a:lvl4pPr>
            <a:lvl5pPr indent="-228600" lvl="4" marL="2286000" algn="l">
              <a:lnSpc>
                <a:spcPct val="90000"/>
              </a:lnSpc>
              <a:spcBef>
                <a:spcPts val="399"/>
              </a:spcBef>
              <a:spcAft>
                <a:spcPts val="0"/>
              </a:spcAft>
              <a:buSzPts val="898"/>
              <a:buNone/>
              <a:defRPr sz="897"/>
            </a:lvl5pPr>
            <a:lvl6pPr indent="-228600" lvl="5" marL="2743200" algn="l">
              <a:lnSpc>
                <a:spcPct val="90000"/>
              </a:lnSpc>
              <a:spcBef>
                <a:spcPts val="399"/>
              </a:spcBef>
              <a:spcAft>
                <a:spcPts val="0"/>
              </a:spcAft>
              <a:buSzPts val="898"/>
              <a:buNone/>
              <a:defRPr sz="897"/>
            </a:lvl6pPr>
            <a:lvl7pPr indent="-228600" lvl="6" marL="3200400" algn="l">
              <a:lnSpc>
                <a:spcPct val="90000"/>
              </a:lnSpc>
              <a:spcBef>
                <a:spcPts val="399"/>
              </a:spcBef>
              <a:spcAft>
                <a:spcPts val="0"/>
              </a:spcAft>
              <a:buSzPts val="898"/>
              <a:buNone/>
              <a:defRPr sz="897"/>
            </a:lvl7pPr>
            <a:lvl8pPr indent="-228600" lvl="7" marL="3657600" algn="l">
              <a:lnSpc>
                <a:spcPct val="90000"/>
              </a:lnSpc>
              <a:spcBef>
                <a:spcPts val="399"/>
              </a:spcBef>
              <a:spcAft>
                <a:spcPts val="0"/>
              </a:spcAft>
              <a:buSzPts val="898"/>
              <a:buNone/>
              <a:defRPr sz="897"/>
            </a:lvl8pPr>
            <a:lvl9pPr indent="-228600" lvl="8" marL="4114800" algn="l">
              <a:lnSpc>
                <a:spcPct val="90000"/>
              </a:lnSpc>
              <a:spcBef>
                <a:spcPts val="399"/>
              </a:spcBef>
              <a:spcAft>
                <a:spcPts val="399"/>
              </a:spcAft>
              <a:buSzPts val="898"/>
              <a:buNone/>
              <a:defRPr sz="897"/>
            </a:lvl9pPr>
          </a:lstStyle>
          <a:p/>
        </p:txBody>
      </p:sp>
      <p:sp>
        <p:nvSpPr>
          <p:cNvPr id="39" name="Google Shape;39;p156"/>
          <p:cNvSpPr txBox="1"/>
          <p:nvPr>
            <p:ph idx="10" type="dt"/>
          </p:nvPr>
        </p:nvSpPr>
        <p:spPr>
          <a:xfrm>
            <a:off x="464291" y="6613551"/>
            <a:ext cx="2614600"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56"/>
          <p:cNvSpPr txBox="1"/>
          <p:nvPr>
            <p:ph idx="11" type="ftr"/>
          </p:nvPr>
        </p:nvSpPr>
        <p:spPr>
          <a:xfrm>
            <a:off x="4791849" y="6613551"/>
            <a:ext cx="4639727"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6"/>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2" name="Shape 42"/>
        <p:cNvGrpSpPr/>
        <p:nvPr/>
      </p:nvGrpSpPr>
      <p:grpSpPr>
        <a:xfrm>
          <a:off x="0" y="0"/>
          <a:ext cx="0" cy="0"/>
          <a:chOff x="0" y="0"/>
          <a:chExt cx="0" cy="0"/>
        </a:xfrm>
      </p:grpSpPr>
      <p:sp>
        <p:nvSpPr>
          <p:cNvPr id="43" name="Google Shape;43;p157"/>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SzPts val="1400"/>
              <a:buNone/>
              <a:defRPr sz="4392"/>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44" name="Google Shape;44;p157"/>
          <p:cNvSpPr txBox="1"/>
          <p:nvPr>
            <p:ph idx="1" type="body"/>
          </p:nvPr>
        </p:nvSpPr>
        <p:spPr>
          <a:xfrm>
            <a:off x="1094964" y="1890284"/>
            <a:ext cx="10040064" cy="4118637"/>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45" name="Google Shape;45;p157"/>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57"/>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57"/>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48" name="Shape 48"/>
        <p:cNvGrpSpPr/>
        <p:nvPr/>
      </p:nvGrpSpPr>
      <p:grpSpPr>
        <a:xfrm>
          <a:off x="0" y="0"/>
          <a:ext cx="0" cy="0"/>
          <a:chOff x="0" y="0"/>
          <a:chExt cx="0" cy="0"/>
        </a:xfrm>
      </p:grpSpPr>
      <p:sp>
        <p:nvSpPr>
          <p:cNvPr id="49" name="Google Shape;49;p158"/>
          <p:cNvSpPr/>
          <p:nvPr/>
        </p:nvSpPr>
        <p:spPr>
          <a:xfrm>
            <a:off x="3170" y="6553412"/>
            <a:ext cx="12166606" cy="468101"/>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58"/>
          <p:cNvSpPr/>
          <p:nvPr/>
        </p:nvSpPr>
        <p:spPr>
          <a:xfrm>
            <a:off x="0" y="6485147"/>
            <a:ext cx="12166606" cy="6501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1" name="Google Shape;51;p158"/>
          <p:cNvCxnSpPr/>
          <p:nvPr/>
        </p:nvCxnSpPr>
        <p:spPr>
          <a:xfrm>
            <a:off x="1205886" y="4446958"/>
            <a:ext cx="9857834" cy="0"/>
          </a:xfrm>
          <a:prstGeom prst="straightConnector1">
            <a:avLst/>
          </a:prstGeom>
          <a:noFill/>
          <a:ln cap="flat" cmpd="sng" w="9525">
            <a:solidFill>
              <a:srgbClr val="7F7F7F"/>
            </a:solidFill>
            <a:prstDash val="solid"/>
            <a:round/>
            <a:headEnd len="sm" w="sm" type="none"/>
            <a:tailEnd len="sm" w="sm" type="none"/>
          </a:ln>
        </p:spPr>
      </p:cxnSp>
      <p:sp>
        <p:nvSpPr>
          <p:cNvPr id="52" name="Google Shape;52;p158"/>
          <p:cNvSpPr txBox="1"/>
          <p:nvPr>
            <p:ph type="title"/>
          </p:nvPr>
        </p:nvSpPr>
        <p:spPr>
          <a:xfrm>
            <a:off x="1095280" y="777047"/>
            <a:ext cx="10040064" cy="365118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SzPts val="1400"/>
              <a:buNone/>
              <a:defRPr b="0" sz="7986">
                <a:solidFill>
                  <a:srgbClr val="262626"/>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53" name="Google Shape;53;p158"/>
          <p:cNvSpPr txBox="1"/>
          <p:nvPr>
            <p:ph idx="1" type="body"/>
          </p:nvPr>
        </p:nvSpPr>
        <p:spPr>
          <a:xfrm>
            <a:off x="1095280" y="4559303"/>
            <a:ext cx="10040064" cy="117025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198"/>
              </a:spcBef>
              <a:spcAft>
                <a:spcPts val="0"/>
              </a:spcAft>
              <a:buSzPts val="2396"/>
              <a:buNone/>
              <a:defRPr sz="2396"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797"/>
              <a:buNone/>
              <a:defRPr sz="1796">
                <a:solidFill>
                  <a:srgbClr val="888888"/>
                </a:solidFill>
              </a:defRPr>
            </a:lvl2pPr>
            <a:lvl3pPr indent="-228600" lvl="2" marL="1371600" algn="l">
              <a:lnSpc>
                <a:spcPct val="90000"/>
              </a:lnSpc>
              <a:spcBef>
                <a:spcPts val="399"/>
              </a:spcBef>
              <a:spcAft>
                <a:spcPts val="0"/>
              </a:spcAft>
              <a:buSzPts val="1597"/>
              <a:buNone/>
              <a:defRPr sz="1597">
                <a:solidFill>
                  <a:srgbClr val="888888"/>
                </a:solidFill>
              </a:defRPr>
            </a:lvl3pPr>
            <a:lvl4pPr indent="-228600" lvl="3" marL="1828800" algn="l">
              <a:lnSpc>
                <a:spcPct val="90000"/>
              </a:lnSpc>
              <a:spcBef>
                <a:spcPts val="399"/>
              </a:spcBef>
              <a:spcAft>
                <a:spcPts val="0"/>
              </a:spcAft>
              <a:buSzPts val="1397"/>
              <a:buNone/>
              <a:defRPr sz="1397">
                <a:solidFill>
                  <a:srgbClr val="888888"/>
                </a:solidFill>
              </a:defRPr>
            </a:lvl4pPr>
            <a:lvl5pPr indent="-228600" lvl="4" marL="2286000" algn="l">
              <a:lnSpc>
                <a:spcPct val="90000"/>
              </a:lnSpc>
              <a:spcBef>
                <a:spcPts val="399"/>
              </a:spcBef>
              <a:spcAft>
                <a:spcPts val="0"/>
              </a:spcAft>
              <a:buSzPts val="1397"/>
              <a:buNone/>
              <a:defRPr sz="1397">
                <a:solidFill>
                  <a:srgbClr val="888888"/>
                </a:solidFill>
              </a:defRPr>
            </a:lvl5pPr>
            <a:lvl6pPr indent="-228600" lvl="5" marL="2743200" algn="l">
              <a:lnSpc>
                <a:spcPct val="90000"/>
              </a:lnSpc>
              <a:spcBef>
                <a:spcPts val="399"/>
              </a:spcBef>
              <a:spcAft>
                <a:spcPts val="0"/>
              </a:spcAft>
              <a:buSzPts val="1397"/>
              <a:buNone/>
              <a:defRPr sz="1397">
                <a:solidFill>
                  <a:srgbClr val="888888"/>
                </a:solidFill>
              </a:defRPr>
            </a:lvl6pPr>
            <a:lvl7pPr indent="-228600" lvl="6" marL="3200400" algn="l">
              <a:lnSpc>
                <a:spcPct val="90000"/>
              </a:lnSpc>
              <a:spcBef>
                <a:spcPts val="399"/>
              </a:spcBef>
              <a:spcAft>
                <a:spcPts val="0"/>
              </a:spcAft>
              <a:buSzPts val="1397"/>
              <a:buNone/>
              <a:defRPr sz="1397">
                <a:solidFill>
                  <a:srgbClr val="888888"/>
                </a:solidFill>
              </a:defRPr>
            </a:lvl7pPr>
            <a:lvl8pPr indent="-228600" lvl="7" marL="3657600" algn="l">
              <a:lnSpc>
                <a:spcPct val="90000"/>
              </a:lnSpc>
              <a:spcBef>
                <a:spcPts val="399"/>
              </a:spcBef>
              <a:spcAft>
                <a:spcPts val="0"/>
              </a:spcAft>
              <a:buSzPts val="1397"/>
              <a:buNone/>
              <a:defRPr sz="1397">
                <a:solidFill>
                  <a:srgbClr val="888888"/>
                </a:solidFill>
              </a:defRPr>
            </a:lvl8pPr>
            <a:lvl9pPr indent="-228600" lvl="8" marL="4114800" algn="l">
              <a:lnSpc>
                <a:spcPct val="90000"/>
              </a:lnSpc>
              <a:spcBef>
                <a:spcPts val="399"/>
              </a:spcBef>
              <a:spcAft>
                <a:spcPts val="399"/>
              </a:spcAft>
              <a:buSzPts val="1397"/>
              <a:buNone/>
              <a:defRPr sz="1397">
                <a:solidFill>
                  <a:srgbClr val="888888"/>
                </a:solidFill>
              </a:defRPr>
            </a:lvl9pPr>
          </a:lstStyle>
          <a:p/>
        </p:txBody>
      </p:sp>
      <p:sp>
        <p:nvSpPr>
          <p:cNvPr id="54" name="Google Shape;54;p158"/>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58"/>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58"/>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7" name="Shape 57"/>
        <p:cNvGrpSpPr/>
        <p:nvPr/>
      </p:nvGrpSpPr>
      <p:grpSpPr>
        <a:xfrm>
          <a:off x="0" y="0"/>
          <a:ext cx="0" cy="0"/>
          <a:chOff x="0" y="0"/>
          <a:chExt cx="0" cy="0"/>
        </a:xfrm>
      </p:grpSpPr>
      <p:sp>
        <p:nvSpPr>
          <p:cNvPr id="58" name="Google Shape;58;p159"/>
          <p:cNvSpPr txBox="1"/>
          <p:nvPr>
            <p:ph type="title"/>
          </p:nvPr>
        </p:nvSpPr>
        <p:spPr>
          <a:xfrm>
            <a:off x="1095280" y="293437"/>
            <a:ext cx="10040064" cy="1485347"/>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59" name="Google Shape;59;p159"/>
          <p:cNvSpPr txBox="1"/>
          <p:nvPr>
            <p:ph idx="1" type="body"/>
          </p:nvPr>
        </p:nvSpPr>
        <p:spPr>
          <a:xfrm>
            <a:off x="1095279" y="1889741"/>
            <a:ext cx="4928759" cy="4119288"/>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60" name="Google Shape;60;p159"/>
          <p:cNvSpPr txBox="1"/>
          <p:nvPr>
            <p:ph idx="2" type="body"/>
          </p:nvPr>
        </p:nvSpPr>
        <p:spPr>
          <a:xfrm>
            <a:off x="6206585" y="1889742"/>
            <a:ext cx="4928759" cy="4119288"/>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61" name="Google Shape;61;p159"/>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59"/>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59"/>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64" name="Shape 64"/>
        <p:cNvGrpSpPr/>
        <p:nvPr/>
      </p:nvGrpSpPr>
      <p:grpSpPr>
        <a:xfrm>
          <a:off x="0" y="0"/>
          <a:ext cx="0" cy="0"/>
          <a:chOff x="0" y="0"/>
          <a:chExt cx="0" cy="0"/>
        </a:xfrm>
      </p:grpSpPr>
      <p:sp>
        <p:nvSpPr>
          <p:cNvPr id="65" name="Google Shape;65;p160"/>
          <p:cNvSpPr txBox="1"/>
          <p:nvPr>
            <p:ph type="title"/>
          </p:nvPr>
        </p:nvSpPr>
        <p:spPr>
          <a:xfrm>
            <a:off x="1095280" y="293437"/>
            <a:ext cx="10040064" cy="1485347"/>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66" name="Google Shape;66;p160"/>
          <p:cNvSpPr txBox="1"/>
          <p:nvPr>
            <p:ph idx="1" type="body"/>
          </p:nvPr>
        </p:nvSpPr>
        <p:spPr>
          <a:xfrm>
            <a:off x="1095280" y="1890067"/>
            <a:ext cx="4928759" cy="75383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198"/>
              </a:spcBef>
              <a:spcAft>
                <a:spcPts val="0"/>
              </a:spcAft>
              <a:buSzPts val="1996"/>
              <a:buNone/>
              <a:defRPr b="0" sz="1995" cap="none">
                <a:solidFill>
                  <a:schemeClr val="dk2"/>
                </a:solidFill>
              </a:defRPr>
            </a:lvl1pPr>
            <a:lvl2pPr indent="-228600" lvl="1" marL="914400" algn="l">
              <a:lnSpc>
                <a:spcPct val="90000"/>
              </a:lnSpc>
              <a:spcBef>
                <a:spcPts val="200"/>
              </a:spcBef>
              <a:spcAft>
                <a:spcPts val="0"/>
              </a:spcAft>
              <a:buSzPts val="1996"/>
              <a:buNone/>
              <a:defRPr b="1" sz="1995"/>
            </a:lvl2pPr>
            <a:lvl3pPr indent="-228600" lvl="2" marL="1371600" algn="l">
              <a:lnSpc>
                <a:spcPct val="90000"/>
              </a:lnSpc>
              <a:spcBef>
                <a:spcPts val="399"/>
              </a:spcBef>
              <a:spcAft>
                <a:spcPts val="0"/>
              </a:spcAft>
              <a:buSzPts val="1797"/>
              <a:buNone/>
              <a:defRPr b="1" sz="1796"/>
            </a:lvl3pPr>
            <a:lvl4pPr indent="-228600" lvl="3" marL="1828800" algn="l">
              <a:lnSpc>
                <a:spcPct val="90000"/>
              </a:lnSpc>
              <a:spcBef>
                <a:spcPts val="399"/>
              </a:spcBef>
              <a:spcAft>
                <a:spcPts val="0"/>
              </a:spcAft>
              <a:buSzPts val="1597"/>
              <a:buNone/>
              <a:defRPr b="1" sz="1597"/>
            </a:lvl4pPr>
            <a:lvl5pPr indent="-228600" lvl="4" marL="2286000" algn="l">
              <a:lnSpc>
                <a:spcPct val="90000"/>
              </a:lnSpc>
              <a:spcBef>
                <a:spcPts val="399"/>
              </a:spcBef>
              <a:spcAft>
                <a:spcPts val="0"/>
              </a:spcAft>
              <a:buSzPts val="1597"/>
              <a:buNone/>
              <a:defRPr b="1" sz="1597"/>
            </a:lvl5pPr>
            <a:lvl6pPr indent="-228600" lvl="5" marL="2743200" algn="l">
              <a:lnSpc>
                <a:spcPct val="90000"/>
              </a:lnSpc>
              <a:spcBef>
                <a:spcPts val="399"/>
              </a:spcBef>
              <a:spcAft>
                <a:spcPts val="0"/>
              </a:spcAft>
              <a:buSzPts val="1597"/>
              <a:buNone/>
              <a:defRPr b="1" sz="1597"/>
            </a:lvl6pPr>
            <a:lvl7pPr indent="-228600" lvl="6" marL="3200400" algn="l">
              <a:lnSpc>
                <a:spcPct val="90000"/>
              </a:lnSpc>
              <a:spcBef>
                <a:spcPts val="399"/>
              </a:spcBef>
              <a:spcAft>
                <a:spcPts val="0"/>
              </a:spcAft>
              <a:buSzPts val="1597"/>
              <a:buNone/>
              <a:defRPr b="1" sz="1597"/>
            </a:lvl7pPr>
            <a:lvl8pPr indent="-228600" lvl="7" marL="3657600" algn="l">
              <a:lnSpc>
                <a:spcPct val="90000"/>
              </a:lnSpc>
              <a:spcBef>
                <a:spcPts val="399"/>
              </a:spcBef>
              <a:spcAft>
                <a:spcPts val="0"/>
              </a:spcAft>
              <a:buSzPts val="1597"/>
              <a:buNone/>
              <a:defRPr b="1" sz="1597"/>
            </a:lvl8pPr>
            <a:lvl9pPr indent="-228600" lvl="8" marL="4114800" algn="l">
              <a:lnSpc>
                <a:spcPct val="90000"/>
              </a:lnSpc>
              <a:spcBef>
                <a:spcPts val="399"/>
              </a:spcBef>
              <a:spcAft>
                <a:spcPts val="399"/>
              </a:spcAft>
              <a:buSzPts val="1597"/>
              <a:buNone/>
              <a:defRPr b="1" sz="1597"/>
            </a:lvl9pPr>
          </a:lstStyle>
          <a:p/>
        </p:txBody>
      </p:sp>
      <p:sp>
        <p:nvSpPr>
          <p:cNvPr id="67" name="Google Shape;67;p160"/>
          <p:cNvSpPr txBox="1"/>
          <p:nvPr>
            <p:ph idx="2" type="body"/>
          </p:nvPr>
        </p:nvSpPr>
        <p:spPr>
          <a:xfrm>
            <a:off x="1095280" y="2643904"/>
            <a:ext cx="4928759" cy="3458745"/>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68" name="Google Shape;68;p160"/>
          <p:cNvSpPr txBox="1"/>
          <p:nvPr>
            <p:ph idx="3" type="body"/>
          </p:nvPr>
        </p:nvSpPr>
        <p:spPr>
          <a:xfrm>
            <a:off x="6206585" y="1890067"/>
            <a:ext cx="4928759" cy="75383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198"/>
              </a:spcBef>
              <a:spcAft>
                <a:spcPts val="0"/>
              </a:spcAft>
              <a:buSzPts val="1996"/>
              <a:buNone/>
              <a:defRPr b="0" sz="1995" cap="none">
                <a:solidFill>
                  <a:schemeClr val="dk2"/>
                </a:solidFill>
              </a:defRPr>
            </a:lvl1pPr>
            <a:lvl2pPr indent="-228600" lvl="1" marL="914400" algn="l">
              <a:lnSpc>
                <a:spcPct val="90000"/>
              </a:lnSpc>
              <a:spcBef>
                <a:spcPts val="200"/>
              </a:spcBef>
              <a:spcAft>
                <a:spcPts val="0"/>
              </a:spcAft>
              <a:buSzPts val="1996"/>
              <a:buNone/>
              <a:defRPr b="1" sz="1995"/>
            </a:lvl2pPr>
            <a:lvl3pPr indent="-228600" lvl="2" marL="1371600" algn="l">
              <a:lnSpc>
                <a:spcPct val="90000"/>
              </a:lnSpc>
              <a:spcBef>
                <a:spcPts val="399"/>
              </a:spcBef>
              <a:spcAft>
                <a:spcPts val="0"/>
              </a:spcAft>
              <a:buSzPts val="1797"/>
              <a:buNone/>
              <a:defRPr b="1" sz="1796"/>
            </a:lvl3pPr>
            <a:lvl4pPr indent="-228600" lvl="3" marL="1828800" algn="l">
              <a:lnSpc>
                <a:spcPct val="90000"/>
              </a:lnSpc>
              <a:spcBef>
                <a:spcPts val="399"/>
              </a:spcBef>
              <a:spcAft>
                <a:spcPts val="0"/>
              </a:spcAft>
              <a:buSzPts val="1597"/>
              <a:buNone/>
              <a:defRPr b="1" sz="1597"/>
            </a:lvl4pPr>
            <a:lvl5pPr indent="-228600" lvl="4" marL="2286000" algn="l">
              <a:lnSpc>
                <a:spcPct val="90000"/>
              </a:lnSpc>
              <a:spcBef>
                <a:spcPts val="399"/>
              </a:spcBef>
              <a:spcAft>
                <a:spcPts val="0"/>
              </a:spcAft>
              <a:buSzPts val="1597"/>
              <a:buNone/>
              <a:defRPr b="1" sz="1597"/>
            </a:lvl5pPr>
            <a:lvl6pPr indent="-228600" lvl="5" marL="2743200" algn="l">
              <a:lnSpc>
                <a:spcPct val="90000"/>
              </a:lnSpc>
              <a:spcBef>
                <a:spcPts val="399"/>
              </a:spcBef>
              <a:spcAft>
                <a:spcPts val="0"/>
              </a:spcAft>
              <a:buSzPts val="1597"/>
              <a:buNone/>
              <a:defRPr b="1" sz="1597"/>
            </a:lvl6pPr>
            <a:lvl7pPr indent="-228600" lvl="6" marL="3200400" algn="l">
              <a:lnSpc>
                <a:spcPct val="90000"/>
              </a:lnSpc>
              <a:spcBef>
                <a:spcPts val="399"/>
              </a:spcBef>
              <a:spcAft>
                <a:spcPts val="0"/>
              </a:spcAft>
              <a:buSzPts val="1597"/>
              <a:buNone/>
              <a:defRPr b="1" sz="1597"/>
            </a:lvl7pPr>
            <a:lvl8pPr indent="-228600" lvl="7" marL="3657600" algn="l">
              <a:lnSpc>
                <a:spcPct val="90000"/>
              </a:lnSpc>
              <a:spcBef>
                <a:spcPts val="399"/>
              </a:spcBef>
              <a:spcAft>
                <a:spcPts val="0"/>
              </a:spcAft>
              <a:buSzPts val="1597"/>
              <a:buNone/>
              <a:defRPr b="1" sz="1597"/>
            </a:lvl8pPr>
            <a:lvl9pPr indent="-228600" lvl="8" marL="4114800" algn="l">
              <a:lnSpc>
                <a:spcPct val="90000"/>
              </a:lnSpc>
              <a:spcBef>
                <a:spcPts val="399"/>
              </a:spcBef>
              <a:spcAft>
                <a:spcPts val="399"/>
              </a:spcAft>
              <a:buSzPts val="1597"/>
              <a:buNone/>
              <a:defRPr b="1" sz="1597"/>
            </a:lvl9pPr>
          </a:lstStyle>
          <a:p/>
        </p:txBody>
      </p:sp>
      <p:sp>
        <p:nvSpPr>
          <p:cNvPr id="69" name="Google Shape;69;p160"/>
          <p:cNvSpPr txBox="1"/>
          <p:nvPr>
            <p:ph idx="4" type="body"/>
          </p:nvPr>
        </p:nvSpPr>
        <p:spPr>
          <a:xfrm>
            <a:off x="6206585" y="2643904"/>
            <a:ext cx="4928759" cy="3458745"/>
          </a:xfrm>
          <a:prstGeom prst="rect">
            <a:avLst/>
          </a:prstGeom>
          <a:noFill/>
          <a:ln>
            <a:noFill/>
          </a:ln>
        </p:spPr>
        <p:txBody>
          <a:bodyPr anchorCtr="0" anchor="t" bIns="45700" lIns="0" spcFirstLastPara="1" rIns="0" wrap="square" tIns="4570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70" name="Google Shape;70;p160"/>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60"/>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0"/>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73" name="Shape 73"/>
        <p:cNvGrpSpPr/>
        <p:nvPr/>
      </p:nvGrpSpPr>
      <p:grpSpPr>
        <a:xfrm>
          <a:off x="0" y="0"/>
          <a:ext cx="0" cy="0"/>
          <a:chOff x="0" y="0"/>
          <a:chExt cx="0" cy="0"/>
        </a:xfrm>
      </p:grpSpPr>
      <p:sp>
        <p:nvSpPr>
          <p:cNvPr id="74" name="Google Shape;74;p161"/>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75" name="Google Shape;75;p161"/>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61"/>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61"/>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showMasterSp="0" type="blank">
  <p:cSld name="BLANK">
    <p:spTree>
      <p:nvGrpSpPr>
        <p:cNvPr id="78" name="Shape 78"/>
        <p:cNvGrpSpPr/>
        <p:nvPr/>
      </p:nvGrpSpPr>
      <p:grpSpPr>
        <a:xfrm>
          <a:off x="0" y="0"/>
          <a:ext cx="0" cy="0"/>
          <a:chOff x="0" y="0"/>
          <a:chExt cx="0" cy="0"/>
        </a:xfrm>
      </p:grpSpPr>
      <p:sp>
        <p:nvSpPr>
          <p:cNvPr id="79" name="Google Shape;79;p162"/>
          <p:cNvSpPr/>
          <p:nvPr/>
        </p:nvSpPr>
        <p:spPr>
          <a:xfrm>
            <a:off x="3170" y="6553412"/>
            <a:ext cx="12166606" cy="468101"/>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2"/>
          <p:cNvSpPr/>
          <p:nvPr/>
        </p:nvSpPr>
        <p:spPr>
          <a:xfrm>
            <a:off x="0" y="6485147"/>
            <a:ext cx="12166606" cy="6501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162"/>
          <p:cNvPicPr preferRelativeResize="0"/>
          <p:nvPr/>
        </p:nvPicPr>
        <p:blipFill rotWithShape="1">
          <a:blip r:embed="rId2">
            <a:alphaModFix/>
          </a:blip>
          <a:srcRect b="0" l="0" r="0" t="0"/>
          <a:stretch/>
        </p:blipFill>
        <p:spPr>
          <a:xfrm>
            <a:off x="10759475" y="182039"/>
            <a:ext cx="1204301" cy="1243393"/>
          </a:xfrm>
          <a:prstGeom prst="rect">
            <a:avLst/>
          </a:prstGeom>
          <a:noFill/>
          <a:ln>
            <a:noFill/>
          </a:ln>
        </p:spPr>
      </p:pic>
      <p:sp>
        <p:nvSpPr>
          <p:cNvPr id="82" name="Google Shape;82;p162"/>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2"/>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62"/>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85" name="Shape 85"/>
        <p:cNvGrpSpPr/>
        <p:nvPr/>
      </p:nvGrpSpPr>
      <p:grpSpPr>
        <a:xfrm>
          <a:off x="0" y="0"/>
          <a:ext cx="0" cy="0"/>
          <a:chOff x="0" y="0"/>
          <a:chExt cx="0" cy="0"/>
        </a:xfrm>
      </p:grpSpPr>
      <p:sp>
        <p:nvSpPr>
          <p:cNvPr id="86" name="Google Shape;86;p163"/>
          <p:cNvSpPr/>
          <p:nvPr/>
        </p:nvSpPr>
        <p:spPr>
          <a:xfrm>
            <a:off x="0" y="5071093"/>
            <a:ext cx="12166606" cy="195042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63"/>
          <p:cNvSpPr/>
          <p:nvPr/>
        </p:nvSpPr>
        <p:spPr>
          <a:xfrm>
            <a:off x="0" y="5032084"/>
            <a:ext cx="12166606" cy="6501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63"/>
          <p:cNvSpPr txBox="1"/>
          <p:nvPr>
            <p:ph type="title"/>
          </p:nvPr>
        </p:nvSpPr>
        <p:spPr>
          <a:xfrm>
            <a:off x="1095280" y="5195919"/>
            <a:ext cx="10094828" cy="842582"/>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SzPts val="1400"/>
              <a:buNone/>
              <a:defRPr b="0" sz="3593">
                <a:solidFill>
                  <a:srgbClr val="FFFFFF"/>
                </a:solidFill>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pic>
        <p:nvPicPr>
          <p:cNvPr id="89" name="Google Shape;89;p163"/>
          <p:cNvPicPr preferRelativeResize="0"/>
          <p:nvPr>
            <p:ph idx="2" type="pic"/>
          </p:nvPr>
        </p:nvPicPr>
        <p:blipFill/>
        <p:spPr>
          <a:xfrm>
            <a:off x="15" y="0"/>
            <a:ext cx="12169760" cy="5032265"/>
          </a:xfrm>
          <a:prstGeom prst="rect">
            <a:avLst/>
          </a:prstGeom>
          <a:blipFill rotWithShape="1">
            <a:blip r:embed="rId2">
              <a:alphaModFix/>
            </a:blip>
            <a:stretch>
              <a:fillRect b="0" l="0" r="0" t="0"/>
            </a:stretch>
          </a:blipFill>
          <a:ln>
            <a:noFill/>
          </a:ln>
        </p:spPr>
      </p:pic>
      <p:sp>
        <p:nvSpPr>
          <p:cNvPr id="90" name="Google Shape;90;p163"/>
          <p:cNvSpPr txBox="1"/>
          <p:nvPr>
            <p:ph idx="1" type="body"/>
          </p:nvPr>
        </p:nvSpPr>
        <p:spPr>
          <a:xfrm>
            <a:off x="1095280" y="6047862"/>
            <a:ext cx="10094828" cy="608531"/>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497"/>
              <a:buNone/>
              <a:defRPr sz="1497">
                <a:solidFill>
                  <a:srgbClr val="FFFFFF"/>
                </a:solidFill>
              </a:defRPr>
            </a:lvl1pPr>
            <a:lvl2pPr indent="-228600" lvl="1" marL="914400" algn="l">
              <a:lnSpc>
                <a:spcPct val="90000"/>
              </a:lnSpc>
              <a:spcBef>
                <a:spcPts val="599"/>
              </a:spcBef>
              <a:spcAft>
                <a:spcPts val="0"/>
              </a:spcAft>
              <a:buSzPts val="1198"/>
              <a:buNone/>
              <a:defRPr sz="1198"/>
            </a:lvl2pPr>
            <a:lvl3pPr indent="-228600" lvl="2" marL="1371600" algn="l">
              <a:lnSpc>
                <a:spcPct val="90000"/>
              </a:lnSpc>
              <a:spcBef>
                <a:spcPts val="399"/>
              </a:spcBef>
              <a:spcAft>
                <a:spcPts val="0"/>
              </a:spcAft>
              <a:buSzPts val="998"/>
              <a:buNone/>
              <a:defRPr sz="997"/>
            </a:lvl3pPr>
            <a:lvl4pPr indent="-228600" lvl="3" marL="1828800" algn="l">
              <a:lnSpc>
                <a:spcPct val="90000"/>
              </a:lnSpc>
              <a:spcBef>
                <a:spcPts val="399"/>
              </a:spcBef>
              <a:spcAft>
                <a:spcPts val="0"/>
              </a:spcAft>
              <a:buSzPts val="898"/>
              <a:buNone/>
              <a:defRPr sz="897"/>
            </a:lvl4pPr>
            <a:lvl5pPr indent="-228600" lvl="4" marL="2286000" algn="l">
              <a:lnSpc>
                <a:spcPct val="90000"/>
              </a:lnSpc>
              <a:spcBef>
                <a:spcPts val="399"/>
              </a:spcBef>
              <a:spcAft>
                <a:spcPts val="0"/>
              </a:spcAft>
              <a:buSzPts val="898"/>
              <a:buNone/>
              <a:defRPr sz="897"/>
            </a:lvl5pPr>
            <a:lvl6pPr indent="-228600" lvl="5" marL="2743200" algn="l">
              <a:lnSpc>
                <a:spcPct val="90000"/>
              </a:lnSpc>
              <a:spcBef>
                <a:spcPts val="399"/>
              </a:spcBef>
              <a:spcAft>
                <a:spcPts val="0"/>
              </a:spcAft>
              <a:buSzPts val="898"/>
              <a:buNone/>
              <a:defRPr sz="897"/>
            </a:lvl6pPr>
            <a:lvl7pPr indent="-228600" lvl="6" marL="3200400" algn="l">
              <a:lnSpc>
                <a:spcPct val="90000"/>
              </a:lnSpc>
              <a:spcBef>
                <a:spcPts val="399"/>
              </a:spcBef>
              <a:spcAft>
                <a:spcPts val="0"/>
              </a:spcAft>
              <a:buSzPts val="898"/>
              <a:buNone/>
              <a:defRPr sz="897"/>
            </a:lvl7pPr>
            <a:lvl8pPr indent="-228600" lvl="7" marL="3657600" algn="l">
              <a:lnSpc>
                <a:spcPct val="90000"/>
              </a:lnSpc>
              <a:spcBef>
                <a:spcPts val="399"/>
              </a:spcBef>
              <a:spcAft>
                <a:spcPts val="0"/>
              </a:spcAft>
              <a:buSzPts val="898"/>
              <a:buNone/>
              <a:defRPr sz="897"/>
            </a:lvl8pPr>
            <a:lvl9pPr indent="-228600" lvl="8" marL="4114800" algn="l">
              <a:lnSpc>
                <a:spcPct val="90000"/>
              </a:lnSpc>
              <a:spcBef>
                <a:spcPts val="399"/>
              </a:spcBef>
              <a:spcAft>
                <a:spcPts val="399"/>
              </a:spcAft>
              <a:buSzPts val="898"/>
              <a:buNone/>
              <a:defRPr sz="897"/>
            </a:lvl9pPr>
          </a:lstStyle>
          <a:p/>
        </p:txBody>
      </p:sp>
      <p:sp>
        <p:nvSpPr>
          <p:cNvPr id="91" name="Google Shape;91;p163"/>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63"/>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63"/>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94" name="Shape 94"/>
        <p:cNvGrpSpPr/>
        <p:nvPr/>
      </p:nvGrpSpPr>
      <p:grpSpPr>
        <a:xfrm>
          <a:off x="0" y="0"/>
          <a:ext cx="0" cy="0"/>
          <a:chOff x="0" y="0"/>
          <a:chExt cx="0" cy="0"/>
        </a:xfrm>
      </p:grpSpPr>
      <p:sp>
        <p:nvSpPr>
          <p:cNvPr id="95" name="Google Shape;95;p164"/>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96" name="Google Shape;96;p164"/>
          <p:cNvSpPr txBox="1"/>
          <p:nvPr>
            <p:ph idx="1" type="body"/>
          </p:nvPr>
        </p:nvSpPr>
        <p:spPr>
          <a:xfrm rot="5400000">
            <a:off x="4055677" y="-1070429"/>
            <a:ext cx="4118637" cy="10040064"/>
          </a:xfrm>
          <a:prstGeom prst="rect">
            <a:avLst/>
          </a:prstGeom>
          <a:noFill/>
          <a:ln>
            <a:noFill/>
          </a:ln>
        </p:spPr>
        <p:txBody>
          <a:bodyPr anchorCtr="0" anchor="t" bIns="0" lIns="45700" spcFirstLastPara="1" rIns="45700" wrap="square" tIns="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97" name="Google Shape;97;p164"/>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64"/>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64"/>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showMasterSp="0" type="vertTitleAndTx">
  <p:cSld name="VERTICAL_TITLE_AND_VERTICAL_TEXT">
    <p:spTree>
      <p:nvGrpSpPr>
        <p:cNvPr id="100" name="Shape 100"/>
        <p:cNvGrpSpPr/>
        <p:nvPr/>
      </p:nvGrpSpPr>
      <p:grpSpPr>
        <a:xfrm>
          <a:off x="0" y="0"/>
          <a:ext cx="0" cy="0"/>
          <a:chOff x="0" y="0"/>
          <a:chExt cx="0" cy="0"/>
        </a:xfrm>
      </p:grpSpPr>
      <p:sp>
        <p:nvSpPr>
          <p:cNvPr id="101" name="Google Shape;101;p165"/>
          <p:cNvSpPr/>
          <p:nvPr/>
        </p:nvSpPr>
        <p:spPr>
          <a:xfrm>
            <a:off x="3170" y="6553412"/>
            <a:ext cx="12166606" cy="468101"/>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5"/>
          <p:cNvSpPr/>
          <p:nvPr/>
        </p:nvSpPr>
        <p:spPr>
          <a:xfrm>
            <a:off x="0" y="6485147"/>
            <a:ext cx="12166606" cy="6501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5"/>
          <p:cNvSpPr txBox="1"/>
          <p:nvPr>
            <p:ph type="title"/>
          </p:nvPr>
        </p:nvSpPr>
        <p:spPr>
          <a:xfrm rot="5400000">
            <a:off x="7073702" y="2059961"/>
            <a:ext cx="5894693" cy="2624108"/>
          </a:xfrm>
          <a:prstGeom prst="rect">
            <a:avLst/>
          </a:prstGeom>
          <a:noFill/>
          <a:ln>
            <a:noFill/>
          </a:ln>
        </p:spPr>
        <p:txBody>
          <a:bodyPr anchorCtr="0" anchor="b" bIns="45700" lIns="91425" spcFirstLastPara="1" rIns="91425" wrap="square" tIns="45700">
            <a:noAutofit/>
          </a:bodyPr>
          <a:lstStyle>
            <a:lvl1pPr lvl="0" algn="l">
              <a:lnSpc>
                <a:spcPct val="85000"/>
              </a:lnSpc>
              <a:spcBef>
                <a:spcPts val="0"/>
              </a:spcBef>
              <a:spcAft>
                <a:spcPts val="0"/>
              </a:spcAft>
              <a:buSzPts val="1400"/>
              <a:buNone/>
              <a:defRPr/>
            </a:lvl1pPr>
            <a:lvl2pPr lvl="1" algn="l">
              <a:lnSpc>
                <a:spcPct val="85000"/>
              </a:lnSpc>
              <a:spcBef>
                <a:spcPts val="0"/>
              </a:spcBef>
              <a:spcAft>
                <a:spcPts val="0"/>
              </a:spcAft>
              <a:buSzPts val="1400"/>
              <a:buNone/>
              <a:defRPr/>
            </a:lvl2pPr>
            <a:lvl3pPr lvl="2" algn="l">
              <a:lnSpc>
                <a:spcPct val="85000"/>
              </a:lnSpc>
              <a:spcBef>
                <a:spcPts val="0"/>
              </a:spcBef>
              <a:spcAft>
                <a:spcPts val="0"/>
              </a:spcAft>
              <a:buSzPts val="1400"/>
              <a:buNone/>
              <a:defRPr/>
            </a:lvl3pPr>
            <a:lvl4pPr lvl="3" algn="l">
              <a:lnSpc>
                <a:spcPct val="85000"/>
              </a:lnSpc>
              <a:spcBef>
                <a:spcPts val="0"/>
              </a:spcBef>
              <a:spcAft>
                <a:spcPts val="0"/>
              </a:spcAft>
              <a:buSzPts val="1400"/>
              <a:buNone/>
              <a:defRPr/>
            </a:lvl4pPr>
            <a:lvl5pPr lvl="4" algn="l">
              <a:lnSpc>
                <a:spcPct val="85000"/>
              </a:lnSpc>
              <a:spcBef>
                <a:spcPts val="0"/>
              </a:spcBef>
              <a:spcAft>
                <a:spcPts val="0"/>
              </a:spcAft>
              <a:buSzPts val="1400"/>
              <a:buNone/>
              <a:defRPr/>
            </a:lvl5pPr>
            <a:lvl6pPr lvl="5" algn="l">
              <a:lnSpc>
                <a:spcPct val="85000"/>
              </a:lnSpc>
              <a:spcBef>
                <a:spcPts val="0"/>
              </a:spcBef>
              <a:spcAft>
                <a:spcPts val="0"/>
              </a:spcAft>
              <a:buSzPts val="1400"/>
              <a:buNone/>
              <a:defRPr/>
            </a:lvl6pPr>
            <a:lvl7pPr lvl="6" algn="l">
              <a:lnSpc>
                <a:spcPct val="85000"/>
              </a:lnSpc>
              <a:spcBef>
                <a:spcPts val="0"/>
              </a:spcBef>
              <a:spcAft>
                <a:spcPts val="0"/>
              </a:spcAft>
              <a:buSzPts val="1400"/>
              <a:buNone/>
              <a:defRPr/>
            </a:lvl7pPr>
            <a:lvl8pPr lvl="7" algn="l">
              <a:lnSpc>
                <a:spcPct val="85000"/>
              </a:lnSpc>
              <a:spcBef>
                <a:spcPts val="0"/>
              </a:spcBef>
              <a:spcAft>
                <a:spcPts val="0"/>
              </a:spcAft>
              <a:buSzPts val="1400"/>
              <a:buNone/>
              <a:defRPr/>
            </a:lvl8pPr>
            <a:lvl9pPr lvl="8" algn="l">
              <a:lnSpc>
                <a:spcPct val="85000"/>
              </a:lnSpc>
              <a:spcBef>
                <a:spcPts val="0"/>
              </a:spcBef>
              <a:spcAft>
                <a:spcPts val="0"/>
              </a:spcAft>
              <a:buSzPts val="1400"/>
              <a:buNone/>
              <a:defRPr/>
            </a:lvl9pPr>
          </a:lstStyle>
          <a:p/>
        </p:txBody>
      </p:sp>
      <p:sp>
        <p:nvSpPr>
          <p:cNvPr id="104" name="Google Shape;104;p165"/>
          <p:cNvSpPr txBox="1"/>
          <p:nvPr>
            <p:ph idx="1" type="body"/>
          </p:nvPr>
        </p:nvSpPr>
        <p:spPr>
          <a:xfrm rot="5400000">
            <a:off x="1749425" y="-488085"/>
            <a:ext cx="5894694" cy="7720201"/>
          </a:xfrm>
          <a:prstGeom prst="rect">
            <a:avLst/>
          </a:prstGeom>
          <a:noFill/>
          <a:ln>
            <a:noFill/>
          </a:ln>
        </p:spPr>
        <p:txBody>
          <a:bodyPr anchorCtr="0" anchor="t" bIns="0" lIns="45700" spcFirstLastPara="1" rIns="45700" wrap="square" tIns="0">
            <a:noAutofit/>
          </a:bodyPr>
          <a:lstStyle>
            <a:lvl1pPr indent="-342900" lvl="0" marL="457200" algn="l">
              <a:lnSpc>
                <a:spcPct val="90000"/>
              </a:lnSpc>
              <a:spcBef>
                <a:spcPts val="1198"/>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399"/>
              </a:spcBef>
              <a:spcAft>
                <a:spcPts val="0"/>
              </a:spcAft>
              <a:buSzPts val="1800"/>
              <a:buChar char="◦"/>
              <a:defRPr/>
            </a:lvl3pPr>
            <a:lvl4pPr indent="-342900" lvl="3" marL="1828800" algn="l">
              <a:lnSpc>
                <a:spcPct val="90000"/>
              </a:lnSpc>
              <a:spcBef>
                <a:spcPts val="399"/>
              </a:spcBef>
              <a:spcAft>
                <a:spcPts val="0"/>
              </a:spcAft>
              <a:buSzPts val="1800"/>
              <a:buChar char="◦"/>
              <a:defRPr/>
            </a:lvl4pPr>
            <a:lvl5pPr indent="-342900" lvl="4" marL="2286000" algn="l">
              <a:lnSpc>
                <a:spcPct val="90000"/>
              </a:lnSpc>
              <a:spcBef>
                <a:spcPts val="399"/>
              </a:spcBef>
              <a:spcAft>
                <a:spcPts val="0"/>
              </a:spcAft>
              <a:buSzPts val="1800"/>
              <a:buChar char="◦"/>
              <a:defRPr/>
            </a:lvl5pPr>
            <a:lvl6pPr indent="-342900" lvl="5" marL="2743200" algn="l">
              <a:lnSpc>
                <a:spcPct val="90000"/>
              </a:lnSpc>
              <a:spcBef>
                <a:spcPts val="399"/>
              </a:spcBef>
              <a:spcAft>
                <a:spcPts val="0"/>
              </a:spcAft>
              <a:buSzPts val="1800"/>
              <a:buChar char="◦"/>
              <a:defRPr/>
            </a:lvl6pPr>
            <a:lvl7pPr indent="-342900" lvl="6" marL="3200400" algn="l">
              <a:lnSpc>
                <a:spcPct val="90000"/>
              </a:lnSpc>
              <a:spcBef>
                <a:spcPts val="399"/>
              </a:spcBef>
              <a:spcAft>
                <a:spcPts val="0"/>
              </a:spcAft>
              <a:buSzPts val="1800"/>
              <a:buChar char="◦"/>
              <a:defRPr/>
            </a:lvl7pPr>
            <a:lvl8pPr indent="-342900" lvl="7" marL="3657600" algn="l">
              <a:lnSpc>
                <a:spcPct val="90000"/>
              </a:lnSpc>
              <a:spcBef>
                <a:spcPts val="399"/>
              </a:spcBef>
              <a:spcAft>
                <a:spcPts val="0"/>
              </a:spcAft>
              <a:buSzPts val="1800"/>
              <a:buChar char="◦"/>
              <a:defRPr/>
            </a:lvl8pPr>
            <a:lvl9pPr indent="-342900" lvl="8" marL="4114800" algn="l">
              <a:lnSpc>
                <a:spcPct val="90000"/>
              </a:lnSpc>
              <a:spcBef>
                <a:spcPts val="399"/>
              </a:spcBef>
              <a:spcAft>
                <a:spcPts val="399"/>
              </a:spcAft>
              <a:buSzPts val="1800"/>
              <a:buChar char="◦"/>
              <a:defRPr/>
            </a:lvl9pPr>
          </a:lstStyle>
          <a:p/>
        </p:txBody>
      </p:sp>
      <p:sp>
        <p:nvSpPr>
          <p:cNvPr id="105" name="Google Shape;105;p165"/>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65"/>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65"/>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p:cSld name="1_Imagen con título">
    <p:spTree>
      <p:nvGrpSpPr>
        <p:cNvPr id="108" name="Shape 108"/>
        <p:cNvGrpSpPr/>
        <p:nvPr/>
      </p:nvGrpSpPr>
      <p:grpSpPr>
        <a:xfrm>
          <a:off x="0" y="0"/>
          <a:ext cx="0" cy="0"/>
          <a:chOff x="0" y="0"/>
          <a:chExt cx="0" cy="0"/>
        </a:xfrm>
      </p:grpSpPr>
      <p:sp>
        <p:nvSpPr>
          <p:cNvPr id="109" name="Google Shape;109;p166"/>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66"/>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66"/>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 con fuente ">
  <p:cSld name="Normal con fuente ">
    <p:spTree>
      <p:nvGrpSpPr>
        <p:cNvPr id="112" name="Shape 112"/>
        <p:cNvGrpSpPr/>
        <p:nvPr/>
      </p:nvGrpSpPr>
      <p:grpSpPr>
        <a:xfrm>
          <a:off x="0" y="0"/>
          <a:ext cx="0" cy="0"/>
          <a:chOff x="0" y="0"/>
          <a:chExt cx="0" cy="0"/>
        </a:xfrm>
      </p:grpSpPr>
      <p:sp>
        <p:nvSpPr>
          <p:cNvPr id="113" name="Google Shape;113;p167"/>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67"/>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67"/>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3"/>
          <p:cNvSpPr/>
          <p:nvPr/>
        </p:nvSpPr>
        <p:spPr>
          <a:xfrm>
            <a:off x="0" y="6553412"/>
            <a:ext cx="12169775" cy="468101"/>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53"/>
          <p:cNvSpPr/>
          <p:nvPr/>
        </p:nvSpPr>
        <p:spPr>
          <a:xfrm>
            <a:off x="0" y="6485148"/>
            <a:ext cx="12169775" cy="6826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53"/>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lvl1pPr lvl="0"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1pPr>
            <a:lvl2pPr lvl="1"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2pPr>
            <a:lvl3pPr lvl="2"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3pPr>
            <a:lvl4pPr lvl="3"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4pPr>
            <a:lvl5pPr lvl="4"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5pPr>
            <a:lvl6pPr lvl="5"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6pPr>
            <a:lvl7pPr lvl="6"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7pPr>
            <a:lvl8pPr lvl="7"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8pPr>
            <a:lvl9pPr lvl="8" marR="0" rtl="0" algn="l">
              <a:lnSpc>
                <a:spcPct val="85000"/>
              </a:lnSpc>
              <a:spcBef>
                <a:spcPts val="0"/>
              </a:spcBef>
              <a:spcAft>
                <a:spcPts val="0"/>
              </a:spcAft>
              <a:buSzPts val="1400"/>
              <a:buNone/>
              <a:defRPr b="0" i="0" sz="5390" u="none" cap="none" strike="noStrike">
                <a:solidFill>
                  <a:schemeClr val="dk1"/>
                </a:solidFill>
                <a:latin typeface="Calibri"/>
                <a:ea typeface="Calibri"/>
                <a:cs typeface="Calibri"/>
                <a:sym typeface="Calibri"/>
              </a:defRPr>
            </a:lvl9pPr>
          </a:lstStyle>
          <a:p/>
        </p:txBody>
      </p:sp>
      <p:sp>
        <p:nvSpPr>
          <p:cNvPr id="13" name="Google Shape;13;p153"/>
          <p:cNvSpPr txBox="1"/>
          <p:nvPr>
            <p:ph idx="1" type="body"/>
          </p:nvPr>
        </p:nvSpPr>
        <p:spPr>
          <a:xfrm>
            <a:off x="1094964" y="1890284"/>
            <a:ext cx="10040064" cy="4118637"/>
          </a:xfrm>
          <a:prstGeom prst="rect">
            <a:avLst/>
          </a:prstGeom>
          <a:noFill/>
          <a:ln>
            <a:noFill/>
          </a:ln>
        </p:spPr>
        <p:txBody>
          <a:bodyPr anchorCtr="0" anchor="t" bIns="45700" lIns="0" spcFirstLastPara="1" rIns="0" wrap="square" tIns="45700">
            <a:noAutofit/>
          </a:bodyPr>
          <a:lstStyle>
            <a:lvl1pPr indent="-355346" lvl="0" marL="457200" marR="0" rtl="0" algn="l">
              <a:lnSpc>
                <a:spcPct val="90000"/>
              </a:lnSpc>
              <a:spcBef>
                <a:spcPts val="1198"/>
              </a:spcBef>
              <a:spcAft>
                <a:spcPts val="0"/>
              </a:spcAft>
              <a:buClr>
                <a:schemeClr val="accent1"/>
              </a:buClr>
              <a:buSzPts val="1996"/>
              <a:buFont typeface="Calibri"/>
              <a:buChar char=" "/>
              <a:defRPr b="0" i="0" sz="1995" u="none" cap="none" strike="noStrike">
                <a:solidFill>
                  <a:srgbClr val="40404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404040"/>
                </a:solidFill>
                <a:latin typeface="Calibri"/>
                <a:ea typeface="Calibri"/>
                <a:cs typeface="Calibri"/>
                <a:sym typeface="Calibri"/>
              </a:defRPr>
            </a:lvl2pPr>
            <a:lvl3pPr indent="-317309" lvl="2" marL="1371600" marR="0" rtl="0" algn="l">
              <a:lnSpc>
                <a:spcPct val="90000"/>
              </a:lnSpc>
              <a:spcBef>
                <a:spcPts val="399"/>
              </a:spcBef>
              <a:spcAft>
                <a:spcPts val="0"/>
              </a:spcAft>
              <a:buClr>
                <a:schemeClr val="accent1"/>
              </a:buClr>
              <a:buSzPts val="1397"/>
              <a:buFont typeface="Calibri"/>
              <a:buChar char="◦"/>
              <a:defRPr b="0" i="0" sz="1397" u="none" cap="none" strike="noStrike">
                <a:solidFill>
                  <a:srgbClr val="404040"/>
                </a:solidFill>
                <a:latin typeface="Calibri"/>
                <a:ea typeface="Calibri"/>
                <a:cs typeface="Calibri"/>
                <a:sym typeface="Calibri"/>
              </a:defRPr>
            </a:lvl3pPr>
            <a:lvl4pPr indent="-317309" lvl="3" marL="1828800" marR="0" rtl="0" algn="l">
              <a:lnSpc>
                <a:spcPct val="90000"/>
              </a:lnSpc>
              <a:spcBef>
                <a:spcPts val="399"/>
              </a:spcBef>
              <a:spcAft>
                <a:spcPts val="0"/>
              </a:spcAft>
              <a:buClr>
                <a:schemeClr val="accent1"/>
              </a:buClr>
              <a:buSzPts val="1397"/>
              <a:buFont typeface="Calibri"/>
              <a:buChar char="◦"/>
              <a:defRPr b="0" i="0" sz="1397" u="none" cap="none" strike="noStrike">
                <a:solidFill>
                  <a:srgbClr val="404040"/>
                </a:solidFill>
                <a:latin typeface="Calibri"/>
                <a:ea typeface="Calibri"/>
                <a:cs typeface="Calibri"/>
                <a:sym typeface="Calibri"/>
              </a:defRPr>
            </a:lvl4pPr>
            <a:lvl5pPr indent="-317309" lvl="4" marL="2286000" marR="0" rtl="0" algn="l">
              <a:lnSpc>
                <a:spcPct val="90000"/>
              </a:lnSpc>
              <a:spcBef>
                <a:spcPts val="399"/>
              </a:spcBef>
              <a:spcAft>
                <a:spcPts val="0"/>
              </a:spcAft>
              <a:buClr>
                <a:schemeClr val="accent1"/>
              </a:buClr>
              <a:buSzPts val="1397"/>
              <a:buFont typeface="Calibri"/>
              <a:buChar char="◦"/>
              <a:defRPr b="0" i="0" sz="1397" u="none" cap="none" strike="noStrike">
                <a:solidFill>
                  <a:srgbClr val="404040"/>
                </a:solidFill>
                <a:latin typeface="Calibri"/>
                <a:ea typeface="Calibri"/>
                <a:cs typeface="Calibri"/>
                <a:sym typeface="Calibri"/>
              </a:defRPr>
            </a:lvl5pPr>
            <a:lvl6pPr indent="-317309" lvl="5" marL="2743200" marR="0" rtl="0" algn="l">
              <a:lnSpc>
                <a:spcPct val="90000"/>
              </a:lnSpc>
              <a:spcBef>
                <a:spcPts val="399"/>
              </a:spcBef>
              <a:spcAft>
                <a:spcPts val="0"/>
              </a:spcAft>
              <a:buClr>
                <a:schemeClr val="accent1"/>
              </a:buClr>
              <a:buSzPts val="1397"/>
              <a:buFont typeface="Calibri"/>
              <a:buChar char="◦"/>
              <a:defRPr b="0" i="0" sz="1397" u="none" cap="none" strike="noStrike">
                <a:solidFill>
                  <a:srgbClr val="3F3F3F"/>
                </a:solidFill>
                <a:latin typeface="Calibri"/>
                <a:ea typeface="Calibri"/>
                <a:cs typeface="Calibri"/>
                <a:sym typeface="Calibri"/>
              </a:defRPr>
            </a:lvl6pPr>
            <a:lvl7pPr indent="-317309" lvl="6" marL="3200400" marR="0" rtl="0" algn="l">
              <a:lnSpc>
                <a:spcPct val="90000"/>
              </a:lnSpc>
              <a:spcBef>
                <a:spcPts val="399"/>
              </a:spcBef>
              <a:spcAft>
                <a:spcPts val="0"/>
              </a:spcAft>
              <a:buClr>
                <a:schemeClr val="accent1"/>
              </a:buClr>
              <a:buSzPts val="1397"/>
              <a:buFont typeface="Calibri"/>
              <a:buChar char="◦"/>
              <a:defRPr b="0" i="0" sz="1397" u="none" cap="none" strike="noStrike">
                <a:solidFill>
                  <a:srgbClr val="3F3F3F"/>
                </a:solidFill>
                <a:latin typeface="Calibri"/>
                <a:ea typeface="Calibri"/>
                <a:cs typeface="Calibri"/>
                <a:sym typeface="Calibri"/>
              </a:defRPr>
            </a:lvl7pPr>
            <a:lvl8pPr indent="-317309" lvl="7" marL="3657600" marR="0" rtl="0" algn="l">
              <a:lnSpc>
                <a:spcPct val="90000"/>
              </a:lnSpc>
              <a:spcBef>
                <a:spcPts val="399"/>
              </a:spcBef>
              <a:spcAft>
                <a:spcPts val="0"/>
              </a:spcAft>
              <a:buClr>
                <a:schemeClr val="accent1"/>
              </a:buClr>
              <a:buSzPts val="1397"/>
              <a:buFont typeface="Calibri"/>
              <a:buChar char="◦"/>
              <a:defRPr b="0" i="0" sz="1397" u="none" cap="none" strike="noStrike">
                <a:solidFill>
                  <a:srgbClr val="3F3F3F"/>
                </a:solidFill>
                <a:latin typeface="Calibri"/>
                <a:ea typeface="Calibri"/>
                <a:cs typeface="Calibri"/>
                <a:sym typeface="Calibri"/>
              </a:defRPr>
            </a:lvl8pPr>
            <a:lvl9pPr indent="-317309" lvl="8" marL="4114800" marR="0" rtl="0" algn="l">
              <a:lnSpc>
                <a:spcPct val="90000"/>
              </a:lnSpc>
              <a:spcBef>
                <a:spcPts val="399"/>
              </a:spcBef>
              <a:spcAft>
                <a:spcPts val="399"/>
              </a:spcAft>
              <a:buClr>
                <a:schemeClr val="accent1"/>
              </a:buClr>
              <a:buSzPts val="1397"/>
              <a:buFont typeface="Calibri"/>
              <a:buChar char="◦"/>
              <a:defRPr b="0" i="0" sz="1397" u="none" cap="none" strike="noStrike">
                <a:solidFill>
                  <a:srgbClr val="3F3F3F"/>
                </a:solidFill>
                <a:latin typeface="Calibri"/>
                <a:ea typeface="Calibri"/>
                <a:cs typeface="Calibri"/>
                <a:sym typeface="Calibri"/>
              </a:defRPr>
            </a:lvl9pPr>
          </a:lstStyle>
          <a:p/>
        </p:txBody>
      </p:sp>
      <p:sp>
        <p:nvSpPr>
          <p:cNvPr id="14" name="Google Shape;14;p153"/>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97"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 name="Google Shape;15;p153"/>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97" u="none" cap="none" strike="noStrike">
                <a:solidFill>
                  <a:srgbClr val="FFFFFF"/>
                </a:solidFill>
                <a:latin typeface="Calibri"/>
                <a:ea typeface="Calibri"/>
                <a:cs typeface="Calibri"/>
                <a:sym typeface="Calibri"/>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 name="Google Shape;16;p153"/>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048"/>
              <a:buFont typeface="Arial"/>
              <a:buNone/>
              <a:defRPr b="0" i="0" sz="1048"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cxnSp>
        <p:nvCxnSpPr>
          <p:cNvPr id="17" name="Google Shape;17;p153"/>
          <p:cNvCxnSpPr/>
          <p:nvPr/>
        </p:nvCxnSpPr>
        <p:spPr>
          <a:xfrm>
            <a:off x="1191624" y="1779759"/>
            <a:ext cx="9948157" cy="0"/>
          </a:xfrm>
          <a:prstGeom prst="straightConnector1">
            <a:avLst/>
          </a:prstGeom>
          <a:noFill/>
          <a:ln cap="flat" cmpd="sng" w="9525">
            <a:solidFill>
              <a:srgbClr val="7F7F7F"/>
            </a:solidFill>
            <a:prstDash val="solid"/>
            <a:round/>
            <a:headEnd len="sm" w="sm" type="none"/>
            <a:tailEnd len="sm" w="sm" type="none"/>
          </a:ln>
        </p:spPr>
      </p:cxnSp>
      <p:pic>
        <p:nvPicPr>
          <p:cNvPr id="18" name="Google Shape;18;p153"/>
          <p:cNvPicPr preferRelativeResize="0"/>
          <p:nvPr/>
        </p:nvPicPr>
        <p:blipFill rotWithShape="1">
          <a:blip r:embed="rId1">
            <a:alphaModFix/>
          </a:blip>
          <a:srcRect b="0" l="0" r="0" t="0"/>
          <a:stretch/>
        </p:blipFill>
        <p:spPr>
          <a:xfrm>
            <a:off x="10759475" y="182039"/>
            <a:ext cx="1204301" cy="124339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jp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s://www.nongnu.org/cvs/" TargetMode="External"/><Relationship Id="rId4"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gif"/><Relationship Id="rId4" Type="http://schemas.openxmlformats.org/officeDocument/2006/relationships/image" Target="../media/image18.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5.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6.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
          <p:cNvSpPr txBox="1"/>
          <p:nvPr>
            <p:ph type="ctrTitle"/>
          </p:nvPr>
        </p:nvSpPr>
        <p:spPr>
          <a:xfrm>
            <a:off x="1095280" y="777047"/>
            <a:ext cx="10040064" cy="3651187"/>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None/>
            </a:pPr>
            <a:r>
              <a:rPr lang="es-AR"/>
              <a:t>Ingeniería de Software II</a:t>
            </a:r>
            <a:endParaRPr/>
          </a:p>
        </p:txBody>
      </p:sp>
      <p:sp>
        <p:nvSpPr>
          <p:cNvPr id="123" name="Google Shape;123;p1"/>
          <p:cNvSpPr txBox="1"/>
          <p:nvPr>
            <p:ph idx="1" type="subTitle"/>
          </p:nvPr>
        </p:nvSpPr>
        <p:spPr>
          <a:xfrm>
            <a:off x="1098046" y="4561854"/>
            <a:ext cx="10040064" cy="117025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300"/>
              <a:buNone/>
            </a:pPr>
            <a:r>
              <a:rPr lang="es-AR"/>
              <a:t>2026 – CLASE 2</a:t>
            </a:r>
            <a:endParaRPr/>
          </a:p>
        </p:txBody>
      </p:sp>
      <p:sp>
        <p:nvSpPr>
          <p:cNvPr id="124" name="Google Shape;124;p1"/>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125" name="Google Shape;125;p1"/>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126" name="Google Shape;126;p1"/>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p2"/>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
          <p:cNvSpPr/>
          <p:nvPr/>
        </p:nvSpPr>
        <p:spPr>
          <a:xfrm>
            <a:off x="1094964" y="1903362"/>
            <a:ext cx="10138174"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571680" lvl="0" marL="571680" marR="0" rtl="0" algn="l">
              <a:lnSpc>
                <a:spcPct val="85000"/>
              </a:lnSpc>
              <a:spcBef>
                <a:spcPts val="0"/>
              </a:spcBef>
              <a:spcAft>
                <a:spcPts val="0"/>
              </a:spcAft>
              <a:buClr>
                <a:srgbClr val="C00000"/>
              </a:buClr>
              <a:buSzPts val="3600"/>
              <a:buFont typeface="Noto Sans Symbols"/>
              <a:buChar char="❖"/>
            </a:pPr>
            <a:r>
              <a:rPr b="0" i="0" lang="es-AR" sz="3600" u="none" cap="none" strike="noStrike">
                <a:solidFill>
                  <a:srgbClr val="000000"/>
                </a:solidFill>
                <a:latin typeface="Calibri"/>
                <a:ea typeface="Calibri"/>
                <a:cs typeface="Calibri"/>
                <a:sym typeface="Calibri"/>
              </a:rPr>
              <a:t>Gestión de la Configuración del Software (GCS)</a:t>
            </a:r>
            <a:endParaRPr b="0" i="0" sz="3600" u="none" cap="none" strike="noStrike">
              <a:solidFill>
                <a:srgbClr val="000000"/>
              </a:solidFill>
              <a:latin typeface="Arial"/>
              <a:ea typeface="Arial"/>
              <a:cs typeface="Arial"/>
              <a:sym typeface="Arial"/>
            </a:endParaRPr>
          </a:p>
          <a:p>
            <a:pPr indent="-571680" lvl="0" marL="571680" marR="0" rtl="0" algn="l">
              <a:lnSpc>
                <a:spcPct val="85000"/>
              </a:lnSpc>
              <a:spcBef>
                <a:spcPts val="1681"/>
              </a:spcBef>
              <a:spcAft>
                <a:spcPts val="0"/>
              </a:spcAft>
              <a:buClr>
                <a:srgbClr val="C00000"/>
              </a:buClr>
              <a:buSzPts val="3600"/>
              <a:buFont typeface="Noto Sans Symbols"/>
              <a:buChar char="❖"/>
            </a:pPr>
            <a:r>
              <a:rPr b="0" i="0" lang="es-AR" sz="3600" u="none" cap="none" strike="noStrike">
                <a:solidFill>
                  <a:srgbClr val="000000"/>
                </a:solidFill>
                <a:latin typeface="Calibri"/>
                <a:ea typeface="Calibri"/>
                <a:cs typeface="Calibri"/>
                <a:sym typeface="Calibri"/>
              </a:rPr>
              <a:t>Gestión de Proyectos</a:t>
            </a:r>
            <a:endParaRPr b="0" i="0" sz="3600" u="none" cap="none" strike="noStrike">
              <a:solidFill>
                <a:srgbClr val="000000"/>
              </a:solidFill>
              <a:latin typeface="Arial"/>
              <a:ea typeface="Arial"/>
              <a:cs typeface="Arial"/>
              <a:sym typeface="Arial"/>
            </a:endParaRPr>
          </a:p>
          <a:p>
            <a:pPr indent="-571680" lvl="3" marL="1486080" marR="0" rtl="0" algn="l">
              <a:lnSpc>
                <a:spcPct val="85000"/>
              </a:lnSpc>
              <a:spcBef>
                <a:spcPts val="774"/>
              </a:spcBef>
              <a:spcAft>
                <a:spcPts val="0"/>
              </a:spcAft>
              <a:buClr>
                <a:srgbClr val="000000"/>
              </a:buClr>
              <a:buSzPts val="3600"/>
              <a:buFont typeface="Arial"/>
              <a:buChar char="•"/>
            </a:pPr>
            <a:r>
              <a:rPr b="0" i="0" lang="es-AR" sz="3600" u="none" cap="none" strike="noStrike">
                <a:solidFill>
                  <a:srgbClr val="000000"/>
                </a:solidFill>
                <a:latin typeface="Calibri"/>
                <a:ea typeface="Calibri"/>
                <a:cs typeface="Calibri"/>
                <a:sym typeface="Calibri"/>
              </a:rPr>
              <a:t>Planificación Organizativa</a:t>
            </a:r>
            <a:endParaRPr b="0" i="0" sz="3600" u="none" cap="none" strike="noStrike">
              <a:solidFill>
                <a:srgbClr val="000000"/>
              </a:solidFill>
              <a:latin typeface="Arial"/>
              <a:ea typeface="Arial"/>
              <a:cs typeface="Arial"/>
              <a:sym typeface="Arial"/>
            </a:endParaRPr>
          </a:p>
          <a:p>
            <a:pPr indent="0" lvl="0" marL="0" marR="0" rtl="0" algn="l">
              <a:lnSpc>
                <a:spcPct val="85000"/>
              </a:lnSpc>
              <a:spcBef>
                <a:spcPts val="1681"/>
              </a:spcBef>
              <a:spcAft>
                <a:spcPts val="0"/>
              </a:spcAft>
              <a:buClr>
                <a:srgbClr val="000000"/>
              </a:buClr>
              <a:buSzPts val="3600"/>
              <a:buFont typeface="Arial"/>
              <a:buNone/>
            </a:pPr>
            <a:r>
              <a:t/>
            </a:r>
            <a:endParaRPr b="0" i="0" sz="3600" u="none" cap="none" strike="noStrike">
              <a:solidFill>
                <a:srgbClr val="000000"/>
              </a:solidFill>
              <a:latin typeface="Arial"/>
              <a:ea typeface="Arial"/>
              <a:cs typeface="Arial"/>
              <a:sym typeface="Arial"/>
            </a:endParaRPr>
          </a:p>
        </p:txBody>
      </p:sp>
      <p:sp>
        <p:nvSpPr>
          <p:cNvPr id="136" name="Google Shape;136;p2"/>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Contenidos</a:t>
            </a:r>
            <a:endParaRPr/>
          </a:p>
        </p:txBody>
      </p:sp>
      <p:sp>
        <p:nvSpPr>
          <p:cNvPr id="137" name="Google Shape;137;p2"/>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138" name="Google Shape;138;p2"/>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139" name="Google Shape;139;p2"/>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3"/>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
          <p:cNvSpPr/>
          <p:nvPr/>
        </p:nvSpPr>
        <p:spPr>
          <a:xfrm>
            <a:off x="5313839" y="3876610"/>
            <a:ext cx="5659483" cy="1622408"/>
          </a:xfrm>
          <a:prstGeom prst="roundRect">
            <a:avLst>
              <a:gd fmla="val 16667" name="adj"/>
            </a:avLst>
          </a:prstGeom>
          <a:solidFill>
            <a:srgbClr val="DF695B"/>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200"/>
              <a:buFont typeface="Arial"/>
              <a:buNone/>
            </a:pPr>
            <a:r>
              <a:rPr b="1" i="0" lang="es-AR" sz="3200" u="none" cap="none" strike="noStrike">
                <a:solidFill>
                  <a:srgbClr val="000000"/>
                </a:solidFill>
                <a:latin typeface="Calibri"/>
                <a:ea typeface="Calibri"/>
                <a:cs typeface="Calibri"/>
                <a:sym typeface="Calibri"/>
              </a:rPr>
              <a:t>GCS</a:t>
            </a:r>
            <a:endParaRPr b="1" i="0" sz="24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400"/>
              <a:buFont typeface="Arial"/>
              <a:buNone/>
            </a:pPr>
            <a:r>
              <a:rPr b="0" i="0" lang="es-AR" sz="2400" u="none" cap="none" strike="noStrike">
                <a:solidFill>
                  <a:srgbClr val="000000"/>
                </a:solidFill>
                <a:latin typeface="Calibri"/>
                <a:ea typeface="Calibri"/>
                <a:cs typeface="Calibri"/>
                <a:sym typeface="Calibri"/>
              </a:rPr>
              <a:t>Conjunto de actividades orientadas a gestionar el cambio</a:t>
            </a:r>
            <a:endParaRPr b="0" i="0" sz="2400" u="none" cap="none" strike="noStrike">
              <a:solidFill>
                <a:schemeClr val="lt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7" name="Google Shape;147;p3"/>
          <p:cNvSpPr txBox="1"/>
          <p:nvPr>
            <p:ph type="title"/>
          </p:nvPr>
        </p:nvSpPr>
        <p:spPr>
          <a:xfrm>
            <a:off x="456367" y="608530"/>
            <a:ext cx="3194566" cy="234050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None/>
            </a:pPr>
            <a:r>
              <a:rPr lang="es-AR" sz="4200"/>
              <a:t>GCS</a:t>
            </a:r>
            <a:endParaRPr/>
          </a:p>
        </p:txBody>
      </p:sp>
      <p:sp>
        <p:nvSpPr>
          <p:cNvPr id="148" name="Google Shape;148;p3"/>
          <p:cNvSpPr txBox="1"/>
          <p:nvPr>
            <p:ph idx="1" type="body"/>
          </p:nvPr>
        </p:nvSpPr>
        <p:spPr>
          <a:xfrm>
            <a:off x="4791849" y="748961"/>
            <a:ext cx="6703465" cy="5383160"/>
          </a:xfrm>
          <a:prstGeom prst="rect">
            <a:avLst/>
          </a:prstGeom>
          <a:noFill/>
          <a:ln>
            <a:noFill/>
          </a:ln>
        </p:spPr>
        <p:txBody>
          <a:bodyPr anchorCtr="0" anchor="t" bIns="45700" lIns="0" spcFirstLastPara="1" rIns="0" wrap="square" tIns="45700">
            <a:noAutofit/>
          </a:bodyPr>
          <a:lstStyle/>
          <a:p>
            <a:pPr indent="-571680" lvl="0" marL="571680" rtl="0" algn="l">
              <a:lnSpc>
                <a:spcPct val="85000"/>
              </a:lnSpc>
              <a:spcBef>
                <a:spcPts val="0"/>
              </a:spcBef>
              <a:spcAft>
                <a:spcPts val="0"/>
              </a:spcAft>
              <a:buClr>
                <a:srgbClr val="C00000"/>
              </a:buClr>
              <a:buSzPts val="3600"/>
              <a:buFont typeface="Noto Sans Symbols"/>
              <a:buChar char="❖"/>
            </a:pPr>
            <a:r>
              <a:rPr lang="es-AR" sz="3600">
                <a:solidFill>
                  <a:schemeClr val="dk1"/>
                </a:solidFill>
              </a:rPr>
              <a:t>Los cambios suceden </a:t>
            </a:r>
            <a:r>
              <a:rPr b="1" lang="es-AR" sz="3600">
                <a:solidFill>
                  <a:schemeClr val="dk1"/>
                </a:solidFill>
                <a:latin typeface="Bookman Old Style"/>
                <a:ea typeface="Bookman Old Style"/>
                <a:cs typeface="Bookman Old Style"/>
                <a:sym typeface="Bookman Old Style"/>
              </a:rPr>
              <a:t>??</a:t>
            </a:r>
            <a:endParaRPr sz="3600">
              <a:solidFill>
                <a:schemeClr val="dk1"/>
              </a:solidFill>
            </a:endParaRPr>
          </a:p>
          <a:p>
            <a:pPr indent="-343079" lvl="0" marL="571680" rtl="0" algn="l">
              <a:lnSpc>
                <a:spcPct val="85000"/>
              </a:lnSpc>
              <a:spcBef>
                <a:spcPts val="200"/>
              </a:spcBef>
              <a:spcAft>
                <a:spcPts val="0"/>
              </a:spcAft>
              <a:buClr>
                <a:srgbClr val="C00000"/>
              </a:buClr>
              <a:buSzPts val="3600"/>
              <a:buFont typeface="Noto Sans Symbols"/>
              <a:buNone/>
            </a:pPr>
            <a:r>
              <a:t/>
            </a:r>
            <a:endParaRPr sz="3600">
              <a:solidFill>
                <a:schemeClr val="dk1"/>
              </a:solidFill>
            </a:endParaRPr>
          </a:p>
          <a:p>
            <a:pPr indent="-228600" lvl="2" marL="261938" rtl="0" algn="l">
              <a:lnSpc>
                <a:spcPct val="100000"/>
              </a:lnSpc>
              <a:spcBef>
                <a:spcPts val="200"/>
              </a:spcBef>
              <a:spcAft>
                <a:spcPts val="0"/>
              </a:spcAft>
              <a:buClr>
                <a:srgbClr val="C00000"/>
              </a:buClr>
              <a:buSzPts val="3600"/>
              <a:buFont typeface="Arial"/>
              <a:buChar char="•"/>
            </a:pPr>
            <a:r>
              <a:rPr lang="es-AR" sz="3600">
                <a:solidFill>
                  <a:schemeClr val="dk1"/>
                </a:solidFill>
              </a:rPr>
              <a:t>	</a:t>
            </a:r>
            <a:r>
              <a:rPr lang="es-AR" sz="3200">
                <a:solidFill>
                  <a:schemeClr val="dk1"/>
                </a:solidFill>
              </a:rPr>
              <a:t>Importancia de controlar los cambios</a:t>
            </a:r>
            <a:endParaRPr/>
          </a:p>
          <a:p>
            <a:pPr indent="-228600" lvl="2" marL="261938" rtl="0" algn="l">
              <a:lnSpc>
                <a:spcPct val="100000"/>
              </a:lnSpc>
              <a:spcBef>
                <a:spcPts val="599"/>
              </a:spcBef>
              <a:spcAft>
                <a:spcPts val="0"/>
              </a:spcAft>
              <a:buClr>
                <a:srgbClr val="C00000"/>
              </a:buClr>
              <a:buSzPts val="3600"/>
              <a:buFont typeface="Arial"/>
              <a:buChar char="•"/>
            </a:pPr>
            <a:r>
              <a:rPr lang="es-AR" sz="3200">
                <a:solidFill>
                  <a:schemeClr val="dk1"/>
                </a:solidFill>
              </a:rPr>
              <a:t>	Perjuicio de no lograr el control</a:t>
            </a:r>
            <a:endParaRPr sz="3200">
              <a:solidFill>
                <a:schemeClr val="dk1"/>
              </a:solidFill>
              <a:latin typeface="Arial"/>
              <a:ea typeface="Arial"/>
              <a:cs typeface="Arial"/>
              <a:sym typeface="Arial"/>
            </a:endParaRPr>
          </a:p>
          <a:p>
            <a:pPr indent="0" lvl="0" marL="90325" rtl="0" algn="l">
              <a:lnSpc>
                <a:spcPct val="90000"/>
              </a:lnSpc>
              <a:spcBef>
                <a:spcPts val="1597"/>
              </a:spcBef>
              <a:spcAft>
                <a:spcPts val="0"/>
              </a:spcAft>
              <a:buSzPts val="1996"/>
              <a:buNone/>
            </a:pPr>
            <a:r>
              <a:t/>
            </a:r>
            <a:endParaRPr>
              <a:solidFill>
                <a:schemeClr val="dk1"/>
              </a:solidFill>
            </a:endParaRPr>
          </a:p>
        </p:txBody>
      </p:sp>
      <p:sp>
        <p:nvSpPr>
          <p:cNvPr id="149" name="Google Shape;149;p3"/>
          <p:cNvSpPr txBox="1"/>
          <p:nvPr>
            <p:ph idx="2" type="body"/>
          </p:nvPr>
        </p:nvSpPr>
        <p:spPr>
          <a:xfrm>
            <a:off x="456367" y="2995846"/>
            <a:ext cx="3194566" cy="34596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600"/>
              <a:buNone/>
            </a:pPr>
            <a:r>
              <a:rPr lang="es-AR" sz="1600"/>
              <a:t>Gestión de la Configuración del Software</a:t>
            </a:r>
            <a:endParaRPr/>
          </a:p>
        </p:txBody>
      </p:sp>
      <p:sp>
        <p:nvSpPr>
          <p:cNvPr id="150" name="Google Shape;150;p3"/>
          <p:cNvSpPr txBox="1"/>
          <p:nvPr>
            <p:ph idx="10" type="dt"/>
          </p:nvPr>
        </p:nvSpPr>
        <p:spPr>
          <a:xfrm>
            <a:off x="464291" y="6613551"/>
            <a:ext cx="2614600"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151" name="Google Shape;151;p3"/>
          <p:cNvSpPr txBox="1"/>
          <p:nvPr>
            <p:ph idx="11" type="ftr"/>
          </p:nvPr>
        </p:nvSpPr>
        <p:spPr>
          <a:xfrm>
            <a:off x="4791849" y="6613551"/>
            <a:ext cx="4639727"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INGENIERÍA DE SOFTWARE II</a:t>
            </a:r>
            <a:endParaRPr/>
          </a:p>
        </p:txBody>
      </p:sp>
      <p:sp>
        <p:nvSpPr>
          <p:cNvPr id="152" name="Google Shape;152;p3"/>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
        <p:nvSpPr>
          <p:cNvPr id="153" name="Google Shape;153;p3"/>
          <p:cNvSpPr/>
          <p:nvPr/>
        </p:nvSpPr>
        <p:spPr>
          <a:xfrm>
            <a:off x="1094964" y="1903362"/>
            <a:ext cx="10138174"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343079" lvl="0" marL="571680" marR="0" rtl="0" algn="l">
              <a:lnSpc>
                <a:spcPct val="85000"/>
              </a:lnSpc>
              <a:spcBef>
                <a:spcPts val="0"/>
              </a:spcBef>
              <a:spcAft>
                <a:spcPts val="0"/>
              </a:spcAft>
              <a:buClr>
                <a:srgbClr val="C00000"/>
              </a:buClr>
              <a:buSzPts val="3600"/>
              <a:buFont typeface="Noto Sans Symbols"/>
              <a:buNone/>
            </a:pPr>
            <a:r>
              <a:t/>
            </a:r>
            <a:endParaRPr b="0" i="0" sz="36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8"/>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8"/>
          <p:cNvSpPr txBox="1"/>
          <p:nvPr>
            <p:ph type="title"/>
          </p:nvPr>
        </p:nvSpPr>
        <p:spPr>
          <a:xfrm>
            <a:off x="1094964" y="865560"/>
            <a:ext cx="10040064" cy="91257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sz="4200"/>
              <a:t>Gestión de la Configuración del Software (GCS)</a:t>
            </a:r>
            <a:endParaRPr/>
          </a:p>
        </p:txBody>
      </p:sp>
      <p:sp>
        <p:nvSpPr>
          <p:cNvPr id="161" name="Google Shape;161;p128"/>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162" name="Google Shape;162;p128"/>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163" name="Google Shape;163;p128"/>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
        <p:nvSpPr>
          <p:cNvPr id="164" name="Google Shape;164;p128"/>
          <p:cNvSpPr/>
          <p:nvPr/>
        </p:nvSpPr>
        <p:spPr>
          <a:xfrm>
            <a:off x="1094963" y="1903362"/>
            <a:ext cx="10237065"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571680" lvl="0" marL="571680" marR="0" rtl="0" algn="just">
              <a:lnSpc>
                <a:spcPct val="85000"/>
              </a:lnSpc>
              <a:spcBef>
                <a:spcPts val="0"/>
              </a:spcBef>
              <a:spcAft>
                <a:spcPts val="0"/>
              </a:spcAft>
              <a:buClr>
                <a:srgbClr val="C00000"/>
              </a:buClr>
              <a:buSzPts val="3200"/>
              <a:buFont typeface="Noto Sans Symbols"/>
              <a:buChar char="❖"/>
            </a:pPr>
            <a:r>
              <a:rPr b="0" i="0" lang="es-AR" sz="3200" u="none" cap="none" strike="noStrike">
                <a:solidFill>
                  <a:srgbClr val="000000"/>
                </a:solidFill>
                <a:latin typeface="Calibri"/>
                <a:ea typeface="Calibri"/>
                <a:cs typeface="Calibri"/>
                <a:sym typeface="Calibri"/>
              </a:rPr>
              <a:t>Es el proceso de identificar y definir los elementos en el sistema, controlando el cambio de estos elementos a lo largo de su ciclo de vida, registrando y reportando el estado de los elementos y las solicitudes de cambio, y verificando que los elementos estén completos y que sean los correctos.</a:t>
            </a:r>
            <a:endParaRPr/>
          </a:p>
          <a:p>
            <a:pPr indent="0" lvl="2" marL="441325" marR="0" rtl="0" algn="just">
              <a:lnSpc>
                <a:spcPct val="85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a:p>
            <a:pPr indent="0" lvl="2" marL="0" marR="0" rtl="0" algn="ctr">
              <a:lnSpc>
                <a:spcPct val="85000"/>
              </a:lnSpc>
              <a:spcBef>
                <a:spcPts val="0"/>
              </a:spcBef>
              <a:spcAft>
                <a:spcPts val="0"/>
              </a:spcAft>
              <a:buNone/>
            </a:pPr>
            <a:r>
              <a:rPr b="0" i="0" lang="es-AR" sz="3200" u="none" cap="none" strike="noStrike">
                <a:solidFill>
                  <a:srgbClr val="C00000"/>
                </a:solidFill>
                <a:latin typeface="Calibri"/>
                <a:ea typeface="Calibri"/>
                <a:cs typeface="Calibri"/>
                <a:sym typeface="Calibri"/>
              </a:rPr>
              <a:t>Es una actividad de autoprotección que se aplica durante el proceso del software.</a:t>
            </a:r>
            <a:endParaRPr b="0" i="0" sz="3200" u="none" cap="none" strike="noStrike">
              <a:solidFill>
                <a:srgbClr val="C00000"/>
              </a:solidFill>
              <a:latin typeface="Arial"/>
              <a:ea typeface="Arial"/>
              <a:cs typeface="Arial"/>
              <a:sym typeface="Arial"/>
            </a:endParaRPr>
          </a:p>
          <a:p>
            <a:pPr indent="0" lvl="2" marL="441325" marR="0" rtl="0" algn="just">
              <a:lnSpc>
                <a:spcPct val="85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9" name="Shape 169"/>
        <p:cNvGrpSpPr/>
        <p:nvPr/>
      </p:nvGrpSpPr>
      <p:grpSpPr>
        <a:xfrm>
          <a:off x="0" y="0"/>
          <a:ext cx="0" cy="0"/>
          <a:chOff x="0" y="0"/>
          <a:chExt cx="0" cy="0"/>
        </a:xfrm>
      </p:grpSpPr>
      <p:sp>
        <p:nvSpPr>
          <p:cNvPr id="170" name="Google Shape;170;p5"/>
          <p:cNvSpPr/>
          <p:nvPr/>
        </p:nvSpPr>
        <p:spPr>
          <a:xfrm>
            <a:off x="1023980" y="1926771"/>
            <a:ext cx="10277674" cy="2269071"/>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620713" lvl="0" marL="620713" marR="0" rtl="0" algn="just">
              <a:lnSpc>
                <a:spcPct val="85000"/>
              </a:lnSpc>
              <a:spcBef>
                <a:spcPts val="0"/>
              </a:spcBef>
              <a:spcAft>
                <a:spcPts val="0"/>
              </a:spcAft>
              <a:buClr>
                <a:srgbClr val="C00000"/>
              </a:buClr>
              <a:buSzPts val="3200"/>
              <a:buFont typeface="Noto Sans Symbols"/>
              <a:buChar char="❖"/>
            </a:pPr>
            <a:r>
              <a:rPr b="0" i="0" lang="es-AR" sz="3200" u="none" cap="none" strike="noStrike">
                <a:solidFill>
                  <a:srgbClr val="000000"/>
                </a:solidFill>
                <a:latin typeface="Calibri"/>
                <a:ea typeface="Calibri"/>
                <a:cs typeface="Calibri"/>
                <a:sym typeface="Calibri"/>
              </a:rPr>
              <a:t>Todos los involucrados en el proceso de software se relacionan en cierta medida con la gestión del cambio, pero en ocasiones se crean posiciones de apoyo especializadas para administrar el proceso de aseguramiento de la calidad del software.</a:t>
            </a:r>
            <a:endParaRPr b="0" i="0" sz="3200" u="none" cap="none" strike="noStrike">
              <a:solidFill>
                <a:srgbClr val="000000"/>
              </a:solidFill>
              <a:latin typeface="Calibri"/>
              <a:ea typeface="Calibri"/>
              <a:cs typeface="Calibri"/>
              <a:sym typeface="Calibri"/>
            </a:endParaRPr>
          </a:p>
        </p:txBody>
      </p:sp>
      <p:sp>
        <p:nvSpPr>
          <p:cNvPr id="171" name="Google Shape;171;p5"/>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¿Quién hace la GCS?</a:t>
            </a:r>
            <a:endParaRPr/>
          </a:p>
        </p:txBody>
      </p:sp>
      <p:sp>
        <p:nvSpPr>
          <p:cNvPr id="172" name="Google Shape;172;p5"/>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173" name="Google Shape;173;p5"/>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174" name="Google Shape;174;p5"/>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9" name="Shape 179"/>
        <p:cNvGrpSpPr/>
        <p:nvPr/>
      </p:nvGrpSpPr>
      <p:grpSpPr>
        <a:xfrm>
          <a:off x="0" y="0"/>
          <a:ext cx="0" cy="0"/>
          <a:chOff x="0" y="0"/>
          <a:chExt cx="0" cy="0"/>
        </a:xfrm>
      </p:grpSpPr>
      <p:sp>
        <p:nvSpPr>
          <p:cNvPr id="180" name="Google Shape;180;p6"/>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iagrama&#10;&#10;El contenido generado por IA puede ser incorrecto." id="181" name="Google Shape;181;p6"/>
          <p:cNvPicPr preferRelativeResize="0"/>
          <p:nvPr/>
        </p:nvPicPr>
        <p:blipFill rotWithShape="1">
          <a:blip r:embed="rId3">
            <a:alphaModFix/>
          </a:blip>
          <a:srcRect b="11921" l="0" r="0" t="11245"/>
          <a:stretch/>
        </p:blipFill>
        <p:spPr>
          <a:xfrm>
            <a:off x="1879920" y="2026468"/>
            <a:ext cx="8409934" cy="4000501"/>
          </a:xfrm>
          <a:prstGeom prst="rect">
            <a:avLst/>
          </a:prstGeom>
          <a:noFill/>
          <a:ln>
            <a:noFill/>
          </a:ln>
        </p:spPr>
      </p:pic>
      <p:sp>
        <p:nvSpPr>
          <p:cNvPr id="182" name="Google Shape;182;p6"/>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Elementos de la GCS (ECS)</a:t>
            </a:r>
            <a:endParaRPr/>
          </a:p>
        </p:txBody>
      </p:sp>
      <p:sp>
        <p:nvSpPr>
          <p:cNvPr id="183" name="Google Shape;183;p6"/>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184" name="Google Shape;184;p6"/>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185" name="Google Shape;185;p6"/>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pic>
        <p:nvPicPr>
          <p:cNvPr id="191" name="Google Shape;191;p7"/>
          <p:cNvPicPr preferRelativeResize="0"/>
          <p:nvPr/>
        </p:nvPicPr>
        <p:blipFill rotWithShape="1">
          <a:blip r:embed="rId3">
            <a:alphaModFix/>
          </a:blip>
          <a:srcRect b="0" l="0" r="0" t="0"/>
          <a:stretch/>
        </p:blipFill>
        <p:spPr>
          <a:xfrm>
            <a:off x="900359" y="2481943"/>
            <a:ext cx="10708303" cy="3869872"/>
          </a:xfrm>
          <a:prstGeom prst="rect">
            <a:avLst/>
          </a:prstGeom>
          <a:noFill/>
          <a:ln>
            <a:noFill/>
          </a:ln>
        </p:spPr>
      </p:pic>
      <p:sp>
        <p:nvSpPr>
          <p:cNvPr id="192" name="Google Shape;192;p7"/>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7"/>
          <p:cNvSpPr/>
          <p:nvPr/>
        </p:nvSpPr>
        <p:spPr>
          <a:xfrm>
            <a:off x="900360" y="1926720"/>
            <a:ext cx="10464326" cy="261309"/>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0" lvl="0" marL="0" marR="0" rtl="0" algn="just">
              <a:lnSpc>
                <a:spcPct val="85000"/>
              </a:lnSpc>
              <a:spcBef>
                <a:spcPts val="0"/>
              </a:spcBef>
              <a:spcAft>
                <a:spcPts val="0"/>
              </a:spcAft>
              <a:buNone/>
            </a:pPr>
            <a:r>
              <a:rPr b="0" i="0" lang="es-AR" sz="3600" u="none" cap="none" strike="noStrike">
                <a:solidFill>
                  <a:srgbClr val="000000"/>
                </a:solidFill>
                <a:latin typeface="Calibri"/>
                <a:ea typeface="Calibri"/>
                <a:cs typeface="Calibri"/>
                <a:sym typeface="Calibri"/>
              </a:rPr>
              <a:t>¿Cuáles podrían ser elementos de la configuración?</a:t>
            </a:r>
            <a:endParaRPr b="0" i="0" sz="3600" u="none" cap="none" strike="noStrike">
              <a:solidFill>
                <a:srgbClr val="000000"/>
              </a:solidFill>
              <a:latin typeface="Calibri"/>
              <a:ea typeface="Calibri"/>
              <a:cs typeface="Calibri"/>
              <a:sym typeface="Calibri"/>
            </a:endParaRPr>
          </a:p>
        </p:txBody>
      </p:sp>
      <p:sp>
        <p:nvSpPr>
          <p:cNvPr id="194" name="Google Shape;194;p7"/>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Elementos de la GCS (ECS)</a:t>
            </a:r>
            <a:endParaRPr/>
          </a:p>
        </p:txBody>
      </p:sp>
      <p:sp>
        <p:nvSpPr>
          <p:cNvPr id="195" name="Google Shape;195;p7"/>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196" name="Google Shape;196;p7"/>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197" name="Google Shape;197;p7"/>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8"/>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iagrama&#10;&#10;Descripción generada automáticamente" id="204" name="Google Shape;204;p8"/>
          <p:cNvPicPr preferRelativeResize="0"/>
          <p:nvPr/>
        </p:nvPicPr>
        <p:blipFill rotWithShape="1">
          <a:blip r:embed="rId3">
            <a:alphaModFix/>
          </a:blip>
          <a:srcRect b="7087" l="0" r="0" t="0"/>
          <a:stretch/>
        </p:blipFill>
        <p:spPr>
          <a:xfrm>
            <a:off x="2473007" y="1865803"/>
            <a:ext cx="7223760" cy="4594763"/>
          </a:xfrm>
          <a:prstGeom prst="rect">
            <a:avLst/>
          </a:prstGeom>
          <a:noFill/>
          <a:ln>
            <a:noFill/>
          </a:ln>
        </p:spPr>
      </p:pic>
      <p:sp>
        <p:nvSpPr>
          <p:cNvPr id="205" name="Google Shape;205;p8"/>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Organización de un repositorio de ECS</a:t>
            </a:r>
            <a:endParaRPr/>
          </a:p>
        </p:txBody>
      </p:sp>
      <p:sp>
        <p:nvSpPr>
          <p:cNvPr id="206" name="Google Shape;206;p8"/>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07" name="Google Shape;207;p8"/>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08" name="Google Shape;208;p8"/>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3" name="Shape 213"/>
        <p:cNvGrpSpPr/>
        <p:nvPr/>
      </p:nvGrpSpPr>
      <p:grpSpPr>
        <a:xfrm>
          <a:off x="0" y="0"/>
          <a:ext cx="0" cy="0"/>
          <a:chOff x="0" y="0"/>
          <a:chExt cx="0" cy="0"/>
        </a:xfrm>
      </p:grpSpPr>
      <p:sp>
        <p:nvSpPr>
          <p:cNvPr id="214" name="Google Shape;214;p9"/>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9"/>
          <p:cNvSpPr/>
          <p:nvPr/>
        </p:nvSpPr>
        <p:spPr>
          <a:xfrm>
            <a:off x="2377620" y="2113992"/>
            <a:ext cx="7126920" cy="5760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0" lvl="0" marL="0" marR="0" rtl="0" algn="l">
              <a:lnSpc>
                <a:spcPct val="100000"/>
              </a:lnSpc>
              <a:spcBef>
                <a:spcPts val="0"/>
              </a:spcBef>
              <a:spcAft>
                <a:spcPts val="0"/>
              </a:spcAft>
              <a:buClr>
                <a:srgbClr val="000000"/>
              </a:buClr>
              <a:buSzPts val="3600"/>
              <a:buFont typeface="Arial"/>
              <a:buNone/>
            </a:pPr>
            <a:r>
              <a:rPr b="0" i="0" lang="es-AR" sz="3600" u="none" cap="none" strike="noStrike">
                <a:solidFill>
                  <a:srgbClr val="000000"/>
                </a:solidFill>
                <a:latin typeface="Calibri"/>
                <a:ea typeface="Calibri"/>
                <a:cs typeface="Calibri"/>
                <a:sym typeface="Calibri"/>
              </a:rPr>
              <a:t>Elementos de la configuración  (ECS)</a:t>
            </a:r>
            <a:endParaRPr b="0" i="0" sz="3600" u="none" cap="none" strike="noStrike">
              <a:solidFill>
                <a:srgbClr val="000000"/>
              </a:solidFill>
              <a:latin typeface="Arial"/>
              <a:ea typeface="Arial"/>
              <a:cs typeface="Arial"/>
              <a:sym typeface="Arial"/>
            </a:endParaRPr>
          </a:p>
        </p:txBody>
      </p:sp>
      <p:sp>
        <p:nvSpPr>
          <p:cNvPr id="216" name="Google Shape;216;p9"/>
          <p:cNvSpPr/>
          <p:nvPr/>
        </p:nvSpPr>
        <p:spPr>
          <a:xfrm>
            <a:off x="3433268" y="3896878"/>
            <a:ext cx="5015623" cy="4737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0" lvl="0" marL="0" marR="0" rtl="0" algn="l">
              <a:lnSpc>
                <a:spcPct val="100000"/>
              </a:lnSpc>
              <a:spcBef>
                <a:spcPts val="0"/>
              </a:spcBef>
              <a:spcAft>
                <a:spcPts val="0"/>
              </a:spcAft>
              <a:buClr>
                <a:srgbClr val="000000"/>
              </a:buClr>
              <a:buSzPts val="2800"/>
              <a:buFont typeface="Arial"/>
              <a:buNone/>
            </a:pPr>
            <a:r>
              <a:rPr b="0" i="0" lang="es-AR" sz="2800" u="none" cap="none" strike="noStrike">
                <a:solidFill>
                  <a:srgbClr val="000000"/>
                </a:solidFill>
                <a:latin typeface="Calibri"/>
                <a:ea typeface="Calibri"/>
                <a:cs typeface="Calibri"/>
                <a:sym typeface="Calibri"/>
              </a:rPr>
              <a:t>ECS -  Cambian constantemente</a:t>
            </a:r>
            <a:endParaRPr b="0" i="0" sz="2800" u="none" cap="none" strike="noStrike">
              <a:solidFill>
                <a:srgbClr val="000000"/>
              </a:solidFill>
              <a:latin typeface="Arial"/>
              <a:ea typeface="Arial"/>
              <a:cs typeface="Arial"/>
              <a:sym typeface="Arial"/>
            </a:endParaRPr>
          </a:p>
        </p:txBody>
      </p:sp>
      <p:sp>
        <p:nvSpPr>
          <p:cNvPr id="217" name="Google Shape;217;p9"/>
          <p:cNvSpPr/>
          <p:nvPr/>
        </p:nvSpPr>
        <p:spPr>
          <a:xfrm>
            <a:off x="2847303" y="5395958"/>
            <a:ext cx="6187551" cy="7142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100000"/>
              </a:lnSpc>
              <a:spcBef>
                <a:spcPts val="0"/>
              </a:spcBef>
              <a:spcAft>
                <a:spcPts val="0"/>
              </a:spcAft>
              <a:buClr>
                <a:srgbClr val="000000"/>
              </a:buClr>
              <a:buSzPts val="3200"/>
              <a:buFont typeface="Arial"/>
              <a:buNone/>
            </a:pPr>
            <a:r>
              <a:rPr b="0" i="0" lang="es-AR" sz="2800" u="none" cap="none" strike="noStrike">
                <a:solidFill>
                  <a:srgbClr val="000000"/>
                </a:solidFill>
                <a:latin typeface="Calibri"/>
                <a:ea typeface="Calibri"/>
                <a:cs typeface="Calibri"/>
                <a:sym typeface="Calibri"/>
              </a:rPr>
              <a:t>Control muy exhaustivo de esos cambios</a:t>
            </a:r>
            <a:endParaRPr b="0" i="0" sz="2800" u="none" cap="none" strike="noStrike">
              <a:solidFill>
                <a:srgbClr val="000000"/>
              </a:solidFill>
              <a:latin typeface="Arial"/>
              <a:ea typeface="Arial"/>
              <a:cs typeface="Arial"/>
              <a:sym typeface="Arial"/>
            </a:endParaRPr>
          </a:p>
        </p:txBody>
      </p:sp>
      <p:sp>
        <p:nvSpPr>
          <p:cNvPr id="218" name="Google Shape;218;p9"/>
          <p:cNvSpPr/>
          <p:nvPr/>
        </p:nvSpPr>
        <p:spPr>
          <a:xfrm>
            <a:off x="9765000" y="5077358"/>
            <a:ext cx="2083680" cy="10328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1" anchor="t" bIns="59025" lIns="118075" spcFirstLastPara="1" rIns="118075" wrap="square" tIns="59025">
            <a:noAutofit/>
          </a:bodyPr>
          <a:lstStyle/>
          <a:p>
            <a:pPr indent="0" lvl="0" marL="0" marR="0" rtl="0" algn="ctr">
              <a:lnSpc>
                <a:spcPct val="100000"/>
              </a:lnSpc>
              <a:spcBef>
                <a:spcPts val="0"/>
              </a:spcBef>
              <a:spcAft>
                <a:spcPts val="0"/>
              </a:spcAft>
              <a:buClr>
                <a:srgbClr val="000000"/>
              </a:buClr>
              <a:buSzPts val="7200"/>
              <a:buFont typeface="Arial"/>
              <a:buNone/>
            </a:pPr>
            <a:r>
              <a:rPr b="0" i="0" lang="es-AR" sz="7200" u="none" cap="none" strike="noStrike">
                <a:solidFill>
                  <a:srgbClr val="000000"/>
                </a:solidFill>
                <a:latin typeface="Calibri"/>
                <a:ea typeface="Calibri"/>
                <a:cs typeface="Calibri"/>
                <a:sym typeface="Calibri"/>
              </a:rPr>
              <a:t>GCS</a:t>
            </a:r>
            <a:endParaRPr b="0" i="0" sz="7200" u="none" cap="none" strike="noStrike">
              <a:solidFill>
                <a:srgbClr val="000000"/>
              </a:solidFill>
              <a:latin typeface="Arial"/>
              <a:ea typeface="Arial"/>
              <a:cs typeface="Arial"/>
              <a:sym typeface="Arial"/>
            </a:endParaRPr>
          </a:p>
        </p:txBody>
      </p:sp>
      <p:sp>
        <p:nvSpPr>
          <p:cNvPr id="219" name="Google Shape;219;p9"/>
          <p:cNvSpPr/>
          <p:nvPr/>
        </p:nvSpPr>
        <p:spPr>
          <a:xfrm>
            <a:off x="5538960" y="2784663"/>
            <a:ext cx="804240" cy="978480"/>
          </a:xfrm>
          <a:custGeom>
            <a:rect b="b" l="l" r="r" t="t"/>
            <a:pathLst>
              <a:path extrusionOk="0" h="2720" w="2236">
                <a:moveTo>
                  <a:pt x="1117" y="0"/>
                </a:moveTo>
                <a:lnTo>
                  <a:pt x="1117" y="1601"/>
                </a:lnTo>
                <a:lnTo>
                  <a:pt x="0" y="1601"/>
                </a:lnTo>
                <a:lnTo>
                  <a:pt x="1117" y="2719"/>
                </a:lnTo>
                <a:lnTo>
                  <a:pt x="2235" y="1601"/>
                </a:lnTo>
                <a:lnTo>
                  <a:pt x="1117" y="1601"/>
                </a:lnTo>
                <a:lnTo>
                  <a:pt x="1117" y="0"/>
                </a:lnTo>
              </a:path>
            </a:pathLst>
          </a:custGeom>
          <a:solidFill>
            <a:srgbClr val="9E1616"/>
          </a:solidFill>
          <a:ln cap="flat" cmpd="sng" w="12600">
            <a:solidFill>
              <a:srgbClr val="2F528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9"/>
          <p:cNvSpPr/>
          <p:nvPr/>
        </p:nvSpPr>
        <p:spPr>
          <a:xfrm>
            <a:off x="5538960" y="4438503"/>
            <a:ext cx="804240" cy="978480"/>
          </a:xfrm>
          <a:custGeom>
            <a:rect b="b" l="l" r="r" t="t"/>
            <a:pathLst>
              <a:path extrusionOk="0" h="2720" w="2236">
                <a:moveTo>
                  <a:pt x="1117" y="0"/>
                </a:moveTo>
                <a:lnTo>
                  <a:pt x="1117" y="1601"/>
                </a:lnTo>
                <a:lnTo>
                  <a:pt x="0" y="1601"/>
                </a:lnTo>
                <a:lnTo>
                  <a:pt x="1117" y="2719"/>
                </a:lnTo>
                <a:lnTo>
                  <a:pt x="2235" y="1601"/>
                </a:lnTo>
                <a:lnTo>
                  <a:pt x="1117" y="1601"/>
                </a:lnTo>
                <a:lnTo>
                  <a:pt x="1117" y="0"/>
                </a:lnTo>
              </a:path>
            </a:pathLst>
          </a:custGeom>
          <a:solidFill>
            <a:srgbClr val="9E1616"/>
          </a:solidFill>
          <a:ln cap="flat" cmpd="sng" w="12600">
            <a:solidFill>
              <a:srgbClr val="2F528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9"/>
          <p:cNvSpPr/>
          <p:nvPr/>
        </p:nvSpPr>
        <p:spPr>
          <a:xfrm rot="-5400000">
            <a:off x="9000081" y="5272324"/>
            <a:ext cx="804240" cy="978480"/>
          </a:xfrm>
          <a:custGeom>
            <a:rect b="b" l="l" r="r" t="t"/>
            <a:pathLst>
              <a:path extrusionOk="0" h="2720" w="2236">
                <a:moveTo>
                  <a:pt x="1117" y="0"/>
                </a:moveTo>
                <a:lnTo>
                  <a:pt x="1117" y="1601"/>
                </a:lnTo>
                <a:lnTo>
                  <a:pt x="0" y="1601"/>
                </a:lnTo>
                <a:lnTo>
                  <a:pt x="1117" y="2719"/>
                </a:lnTo>
                <a:lnTo>
                  <a:pt x="2235" y="1601"/>
                </a:lnTo>
                <a:lnTo>
                  <a:pt x="1117" y="1601"/>
                </a:lnTo>
                <a:lnTo>
                  <a:pt x="1117" y="0"/>
                </a:lnTo>
              </a:path>
            </a:pathLst>
          </a:custGeom>
          <a:solidFill>
            <a:srgbClr val="9E1616"/>
          </a:solidFill>
          <a:ln cap="flat" cmpd="sng" w="12600">
            <a:solidFill>
              <a:srgbClr val="2F528F"/>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9"/>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sz="4200"/>
              <a:t>Gestión de la Configuración del Software (GCS)</a:t>
            </a:r>
            <a:endParaRPr/>
          </a:p>
        </p:txBody>
      </p:sp>
      <p:sp>
        <p:nvSpPr>
          <p:cNvPr id="223" name="Google Shape;223;p9"/>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24" name="Google Shape;224;p9"/>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25" name="Google Shape;225;p9"/>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10"/>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0"/>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exto&#10;&#10;El contenido generado por IA puede ser incorrecto." id="234" name="Google Shape;234;p10"/>
          <p:cNvPicPr preferRelativeResize="0"/>
          <p:nvPr/>
        </p:nvPicPr>
        <p:blipFill rotWithShape="1">
          <a:blip r:embed="rId3">
            <a:alphaModFix/>
          </a:blip>
          <a:srcRect b="0" l="0" r="0" t="6832"/>
          <a:stretch/>
        </p:blipFill>
        <p:spPr>
          <a:xfrm>
            <a:off x="863545" y="1855890"/>
            <a:ext cx="10932430" cy="4275179"/>
          </a:xfrm>
          <a:prstGeom prst="rect">
            <a:avLst/>
          </a:prstGeom>
          <a:noFill/>
          <a:ln>
            <a:noFill/>
          </a:ln>
        </p:spPr>
      </p:pic>
      <p:sp>
        <p:nvSpPr>
          <p:cNvPr id="235" name="Google Shape;235;p10"/>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sz="4200"/>
              <a:t>Gestión de la Configuración del Software (GCS)</a:t>
            </a:r>
            <a:endParaRPr/>
          </a:p>
        </p:txBody>
      </p:sp>
      <p:sp>
        <p:nvSpPr>
          <p:cNvPr id="236" name="Google Shape;236;p10"/>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37" name="Google Shape;237;p10"/>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38" name="Google Shape;238;p10"/>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4" name="Shape 244"/>
        <p:cNvGrpSpPr/>
        <p:nvPr/>
      </p:nvGrpSpPr>
      <p:grpSpPr>
        <a:xfrm>
          <a:off x="0" y="0"/>
          <a:ext cx="0" cy="0"/>
          <a:chOff x="0" y="0"/>
          <a:chExt cx="0" cy="0"/>
        </a:xfrm>
      </p:grpSpPr>
      <p:sp>
        <p:nvSpPr>
          <p:cNvPr id="245" name="Google Shape;245;p11"/>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1"/>
          <p:cNvSpPr/>
          <p:nvPr/>
        </p:nvSpPr>
        <p:spPr>
          <a:xfrm>
            <a:off x="5941080" y="6664680"/>
            <a:ext cx="2157840" cy="312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1"/>
          <p:cNvSpPr/>
          <p:nvPr/>
        </p:nvSpPr>
        <p:spPr>
          <a:xfrm>
            <a:off x="977701" y="1904040"/>
            <a:ext cx="10370656" cy="50727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571680" lvl="0" marL="571680" marR="0" rtl="0" algn="just">
              <a:lnSpc>
                <a:spcPct val="100000"/>
              </a:lnSpc>
              <a:spcBef>
                <a:spcPts val="0"/>
              </a:spcBef>
              <a:spcAft>
                <a:spcPts val="0"/>
              </a:spcAft>
              <a:buClr>
                <a:srgbClr val="C00000"/>
              </a:buClr>
              <a:buSzPts val="3600"/>
              <a:buFont typeface="Noto Sans Symbols"/>
              <a:buChar char="❖"/>
            </a:pPr>
            <a:r>
              <a:rPr b="0" i="0" lang="es-AR" sz="3200" u="none" cap="none" strike="noStrike">
                <a:solidFill>
                  <a:srgbClr val="000000"/>
                </a:solidFill>
                <a:latin typeface="Calibri"/>
                <a:ea typeface="Calibri"/>
                <a:cs typeface="Calibri"/>
                <a:sym typeface="Calibri"/>
              </a:rPr>
              <a:t>El cambio se puede producir en cualquier momento.</a:t>
            </a:r>
            <a:endParaRPr/>
          </a:p>
          <a:p>
            <a:pPr indent="-571680" lvl="0" marL="571680" marR="0" rtl="0" algn="just">
              <a:lnSpc>
                <a:spcPct val="100000"/>
              </a:lnSpc>
              <a:spcBef>
                <a:spcPts val="0"/>
              </a:spcBef>
              <a:spcAft>
                <a:spcPts val="0"/>
              </a:spcAft>
              <a:buClr>
                <a:srgbClr val="C00000"/>
              </a:buClr>
              <a:buSzPts val="3600"/>
              <a:buFont typeface="Noto Sans Symbols"/>
              <a:buChar char="❖"/>
            </a:pPr>
            <a:r>
              <a:rPr b="0" i="0" lang="es-AR" sz="3200" u="none" cap="none" strike="noStrike">
                <a:solidFill>
                  <a:srgbClr val="000000"/>
                </a:solidFill>
                <a:latin typeface="Calibri"/>
                <a:ea typeface="Calibri"/>
                <a:cs typeface="Calibri"/>
                <a:sym typeface="Calibri"/>
              </a:rPr>
              <a:t>Las actividades de la GCS sirven para:</a:t>
            </a:r>
            <a:endParaRPr b="0" i="0" sz="3200" u="none" cap="none" strike="noStrike">
              <a:solidFill>
                <a:srgbClr val="000000"/>
              </a:solidFill>
              <a:latin typeface="Calibri"/>
              <a:ea typeface="Calibri"/>
              <a:cs typeface="Calibri"/>
              <a:sym typeface="Calibri"/>
            </a:endParaRPr>
          </a:p>
          <a:p>
            <a:pPr indent="-457200" lvl="2" marL="898525" marR="0" rtl="0" algn="just">
              <a:lnSpc>
                <a:spcPct val="100000"/>
              </a:lnSpc>
              <a:spcBef>
                <a:spcPts val="0"/>
              </a:spcBef>
              <a:spcAft>
                <a:spcPts val="0"/>
              </a:spcAft>
              <a:buClr>
                <a:srgbClr val="C00000"/>
              </a:buClr>
              <a:buSzPts val="3600"/>
              <a:buFont typeface="Arial"/>
              <a:buChar char="•"/>
            </a:pPr>
            <a:r>
              <a:rPr b="0" i="0" lang="es-AR" sz="2800" u="none" cap="none" strike="noStrike">
                <a:solidFill>
                  <a:srgbClr val="000000"/>
                </a:solidFill>
                <a:latin typeface="Calibri"/>
                <a:ea typeface="Calibri"/>
                <a:cs typeface="Calibri"/>
                <a:sym typeface="Calibri"/>
              </a:rPr>
              <a:t>Identificar el cambio</a:t>
            </a:r>
            <a:endParaRPr b="0" i="0" sz="2800" u="none" cap="none" strike="noStrike">
              <a:solidFill>
                <a:srgbClr val="000000"/>
              </a:solidFill>
              <a:latin typeface="Calibri"/>
              <a:ea typeface="Calibri"/>
              <a:cs typeface="Calibri"/>
              <a:sym typeface="Calibri"/>
            </a:endParaRPr>
          </a:p>
          <a:p>
            <a:pPr indent="-457200" lvl="2" marL="898525" marR="0" rtl="0" algn="just">
              <a:lnSpc>
                <a:spcPct val="100000"/>
              </a:lnSpc>
              <a:spcBef>
                <a:spcPts val="0"/>
              </a:spcBef>
              <a:spcAft>
                <a:spcPts val="0"/>
              </a:spcAft>
              <a:buClr>
                <a:srgbClr val="C00000"/>
              </a:buClr>
              <a:buSzPts val="3600"/>
              <a:buFont typeface="Arial"/>
              <a:buChar char="•"/>
            </a:pPr>
            <a:r>
              <a:rPr b="0" i="0" lang="es-AR" sz="2800" u="none" cap="none" strike="noStrike">
                <a:solidFill>
                  <a:srgbClr val="000000"/>
                </a:solidFill>
                <a:latin typeface="Calibri"/>
                <a:ea typeface="Calibri"/>
                <a:cs typeface="Calibri"/>
                <a:sym typeface="Calibri"/>
              </a:rPr>
              <a:t>Controlar el cambio</a:t>
            </a:r>
            <a:endParaRPr b="0" i="0" sz="2800" u="none" cap="none" strike="noStrike">
              <a:solidFill>
                <a:srgbClr val="000000"/>
              </a:solidFill>
              <a:latin typeface="Calibri"/>
              <a:ea typeface="Calibri"/>
              <a:cs typeface="Calibri"/>
              <a:sym typeface="Calibri"/>
            </a:endParaRPr>
          </a:p>
          <a:p>
            <a:pPr indent="-457200" lvl="2" marL="898525" marR="0" rtl="0" algn="just">
              <a:lnSpc>
                <a:spcPct val="100000"/>
              </a:lnSpc>
              <a:spcBef>
                <a:spcPts val="0"/>
              </a:spcBef>
              <a:spcAft>
                <a:spcPts val="0"/>
              </a:spcAft>
              <a:buClr>
                <a:srgbClr val="C00000"/>
              </a:buClr>
              <a:buSzPts val="3600"/>
              <a:buFont typeface="Arial"/>
              <a:buChar char="•"/>
            </a:pPr>
            <a:r>
              <a:rPr b="0" i="0" lang="es-AR" sz="2800" u="none" cap="none" strike="noStrike">
                <a:solidFill>
                  <a:srgbClr val="000000"/>
                </a:solidFill>
                <a:latin typeface="Calibri"/>
                <a:ea typeface="Calibri"/>
                <a:cs typeface="Calibri"/>
                <a:sym typeface="Calibri"/>
              </a:rPr>
              <a:t>Garantizar que el cambio se implemente adecuadamente</a:t>
            </a:r>
            <a:endParaRPr b="0" i="0" sz="2800" u="none" cap="none" strike="noStrike">
              <a:solidFill>
                <a:srgbClr val="000000"/>
              </a:solidFill>
              <a:latin typeface="Calibri"/>
              <a:ea typeface="Calibri"/>
              <a:cs typeface="Calibri"/>
              <a:sym typeface="Calibri"/>
            </a:endParaRPr>
          </a:p>
          <a:p>
            <a:pPr indent="-457200" lvl="2" marL="898525" marR="0" rtl="0" algn="just">
              <a:lnSpc>
                <a:spcPct val="100000"/>
              </a:lnSpc>
              <a:spcBef>
                <a:spcPts val="0"/>
              </a:spcBef>
              <a:spcAft>
                <a:spcPts val="0"/>
              </a:spcAft>
              <a:buClr>
                <a:srgbClr val="C00000"/>
              </a:buClr>
              <a:buSzPts val="3600"/>
              <a:buFont typeface="Arial"/>
              <a:buChar char="•"/>
            </a:pPr>
            <a:r>
              <a:rPr b="0" i="0" lang="es-AR" sz="2800" u="none" cap="none" strike="noStrike">
                <a:solidFill>
                  <a:srgbClr val="000000"/>
                </a:solidFill>
                <a:latin typeface="Calibri"/>
                <a:ea typeface="Calibri"/>
                <a:cs typeface="Calibri"/>
                <a:sym typeface="Calibri"/>
              </a:rPr>
              <a:t>Informar del cambio a todos aquellos que  puedan estar afectados</a:t>
            </a:r>
            <a:endParaRPr b="0" i="0" sz="2800" u="none" cap="none" strike="noStrike">
              <a:solidFill>
                <a:srgbClr val="000000"/>
              </a:solidFill>
              <a:latin typeface="Calibri"/>
              <a:ea typeface="Calibri"/>
              <a:cs typeface="Calibri"/>
              <a:sym typeface="Calibri"/>
            </a:endParaRPr>
          </a:p>
          <a:p>
            <a:pPr indent="-343079" lvl="0" marL="571680" marR="0" rtl="0" algn="just">
              <a:lnSpc>
                <a:spcPct val="100000"/>
              </a:lnSpc>
              <a:spcBef>
                <a:spcPts val="0"/>
              </a:spcBef>
              <a:spcAft>
                <a:spcPts val="0"/>
              </a:spcAft>
              <a:buClr>
                <a:srgbClr val="C00000"/>
              </a:buClr>
              <a:buSzPts val="3600"/>
              <a:buFont typeface="Noto Sans Symbols"/>
              <a:buNone/>
            </a:pPr>
            <a:r>
              <a:t/>
            </a:r>
            <a:endParaRPr b="0" i="0" sz="3200" u="none" cap="none" strike="noStrike">
              <a:solidFill>
                <a:srgbClr val="000000"/>
              </a:solidFill>
              <a:latin typeface="Calibri"/>
              <a:ea typeface="Calibri"/>
              <a:cs typeface="Calibri"/>
              <a:sym typeface="Calibri"/>
            </a:endParaRPr>
          </a:p>
        </p:txBody>
      </p:sp>
      <p:sp>
        <p:nvSpPr>
          <p:cNvPr id="248" name="Google Shape;248;p11"/>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sz="4200"/>
              <a:t>Gestión de la Configuración del Software (GCS)</a:t>
            </a:r>
            <a:endParaRPr/>
          </a:p>
        </p:txBody>
      </p:sp>
      <p:sp>
        <p:nvSpPr>
          <p:cNvPr id="249" name="Google Shape;249;p11"/>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50" name="Google Shape;250;p11"/>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51" name="Google Shape;251;p11"/>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6" name="Shape 256"/>
        <p:cNvGrpSpPr/>
        <p:nvPr/>
      </p:nvGrpSpPr>
      <p:grpSpPr>
        <a:xfrm>
          <a:off x="0" y="0"/>
          <a:ext cx="0" cy="0"/>
          <a:chOff x="0" y="0"/>
          <a:chExt cx="0" cy="0"/>
        </a:xfrm>
      </p:grpSpPr>
      <p:sp>
        <p:nvSpPr>
          <p:cNvPr id="257" name="Google Shape;257;p12"/>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2"/>
          <p:cNvSpPr/>
          <p:nvPr/>
        </p:nvSpPr>
        <p:spPr>
          <a:xfrm>
            <a:off x="902723" y="1778134"/>
            <a:ext cx="10424545"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571680" lvl="1" marL="571680" marR="0" rtl="0" algn="just">
              <a:lnSpc>
                <a:spcPct val="100000"/>
              </a:lnSpc>
              <a:spcBef>
                <a:spcPts val="0"/>
              </a:spcBef>
              <a:spcAft>
                <a:spcPts val="0"/>
              </a:spcAft>
              <a:buClr>
                <a:srgbClr val="C00000"/>
              </a:buClr>
              <a:buSzPts val="3200"/>
              <a:buFont typeface="Noto Sans Symbols"/>
              <a:buChar char="❖"/>
            </a:pPr>
            <a:r>
              <a:rPr b="0" i="0" lang="es-AR" sz="3200" u="none" cap="none" strike="noStrike">
                <a:solidFill>
                  <a:srgbClr val="000000"/>
                </a:solidFill>
                <a:latin typeface="Calibri"/>
                <a:ea typeface="Calibri"/>
                <a:cs typeface="Calibri"/>
                <a:sym typeface="Calibri"/>
              </a:rPr>
              <a:t>Una línea base es un concepto de GCS que nos ayuda a controlar los cambios.</a:t>
            </a:r>
            <a:endParaRPr b="0" i="0" sz="3200" u="none" cap="none" strike="noStrike">
              <a:solidFill>
                <a:srgbClr val="000000"/>
              </a:solidFill>
              <a:latin typeface="Calibri"/>
              <a:ea typeface="Calibri"/>
              <a:cs typeface="Calibri"/>
              <a:sym typeface="Calibri"/>
            </a:endParaRPr>
          </a:p>
          <a:p>
            <a:pPr indent="-571680" lvl="1" marL="571680" marR="0" rtl="0" algn="just">
              <a:lnSpc>
                <a:spcPct val="100000"/>
              </a:lnSpc>
              <a:spcBef>
                <a:spcPts val="0"/>
              </a:spcBef>
              <a:spcAft>
                <a:spcPts val="0"/>
              </a:spcAft>
              <a:buClr>
                <a:srgbClr val="C00000"/>
              </a:buClr>
              <a:buSzPts val="3200"/>
              <a:buFont typeface="Noto Sans Symbols"/>
              <a:buChar char="❖"/>
            </a:pPr>
            <a:r>
              <a:rPr b="0" i="0" lang="es-AR" sz="3200" u="none" cap="none" strike="noStrike">
                <a:solidFill>
                  <a:srgbClr val="000000"/>
                </a:solidFill>
                <a:latin typeface="Calibri"/>
                <a:ea typeface="Calibri"/>
                <a:cs typeface="Calibri"/>
                <a:sym typeface="Calibri"/>
              </a:rPr>
              <a:t>Definición de la IEEE:</a:t>
            </a:r>
            <a:endParaRPr b="0" i="0" sz="3200" u="none" cap="none" strike="noStrike">
              <a:solidFill>
                <a:srgbClr val="000000"/>
              </a:solidFill>
              <a:latin typeface="Calibri"/>
              <a:ea typeface="Calibri"/>
              <a:cs typeface="Calibri"/>
              <a:sym typeface="Calibri"/>
            </a:endParaRPr>
          </a:p>
          <a:p>
            <a:pPr indent="-457200" lvl="2" marL="898525" marR="0" rtl="0" algn="just">
              <a:lnSpc>
                <a:spcPct val="100000"/>
              </a:lnSpc>
              <a:spcBef>
                <a:spcPts val="0"/>
              </a:spcBef>
              <a:spcAft>
                <a:spcPts val="0"/>
              </a:spcAft>
              <a:buClr>
                <a:srgbClr val="C00000"/>
              </a:buClr>
              <a:buSzPts val="3600"/>
              <a:buFont typeface="Arial"/>
              <a:buChar char="•"/>
            </a:pPr>
            <a:r>
              <a:rPr b="0" i="0" lang="es-AR" sz="2800" u="none" cap="none" strike="noStrike">
                <a:solidFill>
                  <a:srgbClr val="000000"/>
                </a:solidFill>
                <a:latin typeface="Calibri"/>
                <a:ea typeface="Calibri"/>
                <a:cs typeface="Calibri"/>
                <a:sym typeface="Calibri"/>
              </a:rPr>
              <a:t>Una especificación o producto que se ha revisado formalmente y sobre el que se ha llegado a un acuerdo, y que de ahí en adelante sirve como base para un desarrollo posterior y que puede cambiarse solamente a través de procedimientos formales de control de cambio.</a:t>
            </a:r>
            <a:endParaRPr b="0" i="0" sz="2800"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b="0" i="0" sz="3200" u="none" cap="none" strike="noStrike">
              <a:solidFill>
                <a:srgbClr val="000000"/>
              </a:solidFill>
              <a:latin typeface="Calibri"/>
              <a:ea typeface="Calibri"/>
              <a:cs typeface="Calibri"/>
              <a:sym typeface="Calibri"/>
            </a:endParaRPr>
          </a:p>
        </p:txBody>
      </p:sp>
      <p:sp>
        <p:nvSpPr>
          <p:cNvPr id="259" name="Google Shape;259;p12"/>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Línea base</a:t>
            </a:r>
            <a:endParaRPr/>
          </a:p>
        </p:txBody>
      </p:sp>
      <p:sp>
        <p:nvSpPr>
          <p:cNvPr id="260" name="Google Shape;260;p12"/>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61" name="Google Shape;261;p12"/>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62" name="Google Shape;262;p12"/>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129"/>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29"/>
          <p:cNvSpPr/>
          <p:nvPr/>
        </p:nvSpPr>
        <p:spPr>
          <a:xfrm>
            <a:off x="902723" y="1778134"/>
            <a:ext cx="10424545"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571680" lvl="1" marL="571680" marR="0" rtl="0" algn="just">
              <a:lnSpc>
                <a:spcPct val="100000"/>
              </a:lnSpc>
              <a:spcBef>
                <a:spcPts val="0"/>
              </a:spcBef>
              <a:spcAft>
                <a:spcPts val="0"/>
              </a:spcAft>
              <a:buClr>
                <a:srgbClr val="C00000"/>
              </a:buClr>
              <a:buSzPts val="3200"/>
              <a:buFont typeface="Noto Sans Symbols"/>
              <a:buChar char="❖"/>
            </a:pPr>
            <a:r>
              <a:rPr b="0" i="0" lang="es-AR" sz="3200" u="none" cap="none" strike="noStrike">
                <a:solidFill>
                  <a:srgbClr val="000000"/>
                </a:solidFill>
                <a:latin typeface="Calibri"/>
                <a:ea typeface="Calibri"/>
                <a:cs typeface="Calibri"/>
                <a:sym typeface="Calibri"/>
              </a:rPr>
              <a:t>En el contexto de la Ingeniería de Software:</a:t>
            </a:r>
            <a:endParaRPr b="0" i="0" sz="3200" u="none" cap="none" strike="noStrike">
              <a:solidFill>
                <a:srgbClr val="000000"/>
              </a:solidFill>
              <a:latin typeface="Calibri"/>
              <a:ea typeface="Calibri"/>
              <a:cs typeface="Calibri"/>
              <a:sym typeface="Calibri"/>
            </a:endParaRPr>
          </a:p>
          <a:p>
            <a:pPr indent="-457200" lvl="2" marL="898525" marR="0" rtl="0" algn="just">
              <a:lnSpc>
                <a:spcPct val="100000"/>
              </a:lnSpc>
              <a:spcBef>
                <a:spcPts val="0"/>
              </a:spcBef>
              <a:spcAft>
                <a:spcPts val="0"/>
              </a:spcAft>
              <a:buClr>
                <a:srgbClr val="C00000"/>
              </a:buClr>
              <a:buSzPts val="3600"/>
              <a:buFont typeface="Arial"/>
              <a:buChar char="•"/>
            </a:pPr>
            <a:r>
              <a:rPr b="0" i="0" lang="es-AR" sz="2800" u="none" cap="none" strike="noStrike">
                <a:solidFill>
                  <a:srgbClr val="000000"/>
                </a:solidFill>
                <a:latin typeface="Calibri"/>
                <a:ea typeface="Calibri"/>
                <a:cs typeface="Calibri"/>
                <a:sym typeface="Calibri"/>
              </a:rPr>
              <a:t>Una línea base es un punto de referencia en el desarrollo del software que queda marcado por el envío de uno o más ECS y su aprobación.</a:t>
            </a:r>
            <a:endParaRPr b="0" i="0" sz="2800" u="none" cap="none" strike="noStrike">
              <a:solidFill>
                <a:srgbClr val="000000"/>
              </a:solidFill>
              <a:latin typeface="Calibri"/>
              <a:ea typeface="Calibri"/>
              <a:cs typeface="Calibri"/>
              <a:sym typeface="Calibri"/>
            </a:endParaRPr>
          </a:p>
          <a:p>
            <a:pPr indent="-343079" lvl="0" marL="571680" marR="0" rtl="0" algn="just">
              <a:lnSpc>
                <a:spcPct val="100000"/>
              </a:lnSpc>
              <a:spcBef>
                <a:spcPts val="0"/>
              </a:spcBef>
              <a:spcAft>
                <a:spcPts val="0"/>
              </a:spcAft>
              <a:buClr>
                <a:srgbClr val="C00000"/>
              </a:buClr>
              <a:buSzPts val="3600"/>
              <a:buFont typeface="Noto Sans Symbols"/>
              <a:buNone/>
            </a:pPr>
            <a:r>
              <a:t/>
            </a:r>
            <a:endParaRPr b="0" i="0" sz="3200" u="none" cap="none" strike="noStrike">
              <a:solidFill>
                <a:srgbClr val="000000"/>
              </a:solidFill>
              <a:latin typeface="Calibri"/>
              <a:ea typeface="Calibri"/>
              <a:cs typeface="Calibri"/>
              <a:sym typeface="Calibri"/>
            </a:endParaRPr>
          </a:p>
        </p:txBody>
      </p:sp>
      <p:pic>
        <p:nvPicPr>
          <p:cNvPr id="270" name="Google Shape;270;p129"/>
          <p:cNvPicPr preferRelativeResize="0"/>
          <p:nvPr/>
        </p:nvPicPr>
        <p:blipFill rotWithShape="1">
          <a:blip r:embed="rId3">
            <a:alphaModFix/>
          </a:blip>
          <a:srcRect b="0" l="0" r="0" t="0"/>
          <a:stretch/>
        </p:blipFill>
        <p:spPr>
          <a:xfrm>
            <a:off x="1290635" y="3846523"/>
            <a:ext cx="9648720" cy="2189520"/>
          </a:xfrm>
          <a:prstGeom prst="rect">
            <a:avLst/>
          </a:prstGeom>
          <a:noFill/>
          <a:ln cap="flat" cmpd="sng" w="38150">
            <a:solidFill>
              <a:srgbClr val="000000"/>
            </a:solidFill>
            <a:prstDash val="solid"/>
            <a:miter lim="8000"/>
            <a:headEnd len="sm" w="sm" type="none"/>
            <a:tailEnd len="sm" w="sm" type="none"/>
          </a:ln>
        </p:spPr>
      </p:pic>
      <p:sp>
        <p:nvSpPr>
          <p:cNvPr id="271" name="Google Shape;271;p129"/>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Línea base</a:t>
            </a:r>
            <a:endParaRPr/>
          </a:p>
        </p:txBody>
      </p:sp>
      <p:sp>
        <p:nvSpPr>
          <p:cNvPr id="272" name="Google Shape;272;p129"/>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73" name="Google Shape;273;p129"/>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74" name="Google Shape;274;p129"/>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8" name="Shape 278"/>
        <p:cNvGrpSpPr/>
        <p:nvPr/>
      </p:nvGrpSpPr>
      <p:grpSpPr>
        <a:xfrm>
          <a:off x="0" y="0"/>
          <a:ext cx="0" cy="0"/>
          <a:chOff x="0" y="0"/>
          <a:chExt cx="0" cy="0"/>
        </a:xfrm>
      </p:grpSpPr>
      <p:pic>
        <p:nvPicPr>
          <p:cNvPr id="279" name="Google Shape;279;p13"/>
          <p:cNvPicPr preferRelativeResize="0"/>
          <p:nvPr/>
        </p:nvPicPr>
        <p:blipFill rotWithShape="1">
          <a:blip r:embed="rId3">
            <a:alphaModFix/>
          </a:blip>
          <a:srcRect b="8161" l="0" r="0" t="0"/>
          <a:stretch/>
        </p:blipFill>
        <p:spPr>
          <a:xfrm>
            <a:off x="1962096" y="1892437"/>
            <a:ext cx="8305799" cy="4296095"/>
          </a:xfrm>
          <a:prstGeom prst="rect">
            <a:avLst/>
          </a:prstGeom>
          <a:noFill/>
          <a:ln>
            <a:noFill/>
          </a:ln>
        </p:spPr>
      </p:pic>
      <p:sp>
        <p:nvSpPr>
          <p:cNvPr id="280" name="Google Shape;280;p13"/>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Línea base</a:t>
            </a:r>
            <a:endParaRPr/>
          </a:p>
        </p:txBody>
      </p:sp>
      <p:sp>
        <p:nvSpPr>
          <p:cNvPr id="281" name="Google Shape;281;p13"/>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82" name="Google Shape;282;p13"/>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83" name="Google Shape;283;p13"/>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14"/>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4"/>
          <p:cNvSpPr/>
          <p:nvPr/>
        </p:nvSpPr>
        <p:spPr>
          <a:xfrm>
            <a:off x="865414" y="1778134"/>
            <a:ext cx="10569302"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441325" lvl="1" marL="441325"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rgbClr val="000000"/>
                </a:solidFill>
                <a:latin typeface="Calibri"/>
                <a:ea typeface="Calibri"/>
                <a:cs typeface="Calibri"/>
                <a:sym typeface="Calibri"/>
              </a:rPr>
              <a:t>¿Cómo identifica y gestiona una organización las diferentes versiones existentes de un programa (y su documentación) de forma que se puedan introducir cambios eficientemente?</a:t>
            </a:r>
            <a:endParaRPr b="0" i="0" sz="2800" u="none" cap="none" strike="noStrike">
              <a:solidFill>
                <a:srgbClr val="000000"/>
              </a:solidFill>
              <a:latin typeface="Calibri"/>
              <a:ea typeface="Calibri"/>
              <a:cs typeface="Calibri"/>
              <a:sym typeface="Calibri"/>
            </a:endParaRPr>
          </a:p>
          <a:p>
            <a:pPr indent="-441325" lvl="1" marL="441325"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rgbClr val="000000"/>
                </a:solidFill>
                <a:latin typeface="Calibri"/>
                <a:ea typeface="Calibri"/>
                <a:cs typeface="Calibri"/>
                <a:sym typeface="Calibri"/>
              </a:rPr>
              <a:t>¿Cómo controla la organización los cambios antes y después de que el software sea distribuido al cliente?</a:t>
            </a:r>
            <a:endParaRPr b="0" i="0" sz="2800" u="none" cap="none" strike="noStrike">
              <a:solidFill>
                <a:srgbClr val="000000"/>
              </a:solidFill>
              <a:latin typeface="Calibri"/>
              <a:ea typeface="Calibri"/>
              <a:cs typeface="Calibri"/>
              <a:sym typeface="Calibri"/>
            </a:endParaRPr>
          </a:p>
          <a:p>
            <a:pPr indent="-441325" lvl="1" marL="441325"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rgbClr val="000000"/>
                </a:solidFill>
                <a:latin typeface="Calibri"/>
                <a:ea typeface="Calibri"/>
                <a:cs typeface="Calibri"/>
                <a:sym typeface="Calibri"/>
              </a:rPr>
              <a:t>¿Quién tiene la responsabilidad de aprobar y de asignar prioridades a los cambios?</a:t>
            </a:r>
            <a:endParaRPr b="0" i="0" sz="2800" u="none" cap="none" strike="noStrike">
              <a:solidFill>
                <a:srgbClr val="000000"/>
              </a:solidFill>
              <a:latin typeface="Calibri"/>
              <a:ea typeface="Calibri"/>
              <a:cs typeface="Calibri"/>
              <a:sym typeface="Calibri"/>
            </a:endParaRPr>
          </a:p>
          <a:p>
            <a:pPr indent="-441325" lvl="1" marL="441325"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rgbClr val="000000"/>
                </a:solidFill>
                <a:latin typeface="Calibri"/>
                <a:ea typeface="Calibri"/>
                <a:cs typeface="Calibri"/>
                <a:sym typeface="Calibri"/>
              </a:rPr>
              <a:t>¿Cómo podemos garantizar que los cambios se han llevado a cabo adecuadamente?</a:t>
            </a:r>
            <a:endParaRPr b="0" i="0" sz="2800" u="none" cap="none" strike="noStrike">
              <a:solidFill>
                <a:srgbClr val="000000"/>
              </a:solidFill>
              <a:latin typeface="Calibri"/>
              <a:ea typeface="Calibri"/>
              <a:cs typeface="Calibri"/>
              <a:sym typeface="Calibri"/>
            </a:endParaRPr>
          </a:p>
          <a:p>
            <a:pPr indent="-441325" lvl="1" marL="441325"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rgbClr val="000000"/>
                </a:solidFill>
                <a:latin typeface="Calibri"/>
                <a:ea typeface="Calibri"/>
                <a:cs typeface="Calibri"/>
                <a:sym typeface="Calibri"/>
              </a:rPr>
              <a:t>¿Qué mecanismo se usa para avisar a otros de los cambios realizados?</a:t>
            </a:r>
            <a:endParaRPr b="0" i="0" sz="2800" u="none" cap="none" strike="noStrike">
              <a:solidFill>
                <a:srgbClr val="000000"/>
              </a:solidFill>
              <a:latin typeface="Calibri"/>
              <a:ea typeface="Calibri"/>
              <a:cs typeface="Calibri"/>
              <a:sym typeface="Calibri"/>
            </a:endParaRPr>
          </a:p>
        </p:txBody>
      </p:sp>
      <p:sp>
        <p:nvSpPr>
          <p:cNvPr id="291" name="Google Shape;291;p14"/>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Importancia</a:t>
            </a:r>
            <a:endParaRPr/>
          </a:p>
        </p:txBody>
      </p:sp>
      <p:sp>
        <p:nvSpPr>
          <p:cNvPr id="292" name="Google Shape;292;p14"/>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293" name="Google Shape;293;p14"/>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294" name="Google Shape;294;p14"/>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15"/>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Diagrama&#10;&#10;El contenido generado por IA puede ser incorrecto." id="301" name="Google Shape;301;p15"/>
          <p:cNvPicPr preferRelativeResize="0"/>
          <p:nvPr/>
        </p:nvPicPr>
        <p:blipFill rotWithShape="1">
          <a:blip r:embed="rId3">
            <a:alphaModFix/>
          </a:blip>
          <a:srcRect b="0" l="0" r="0" t="21261"/>
          <a:stretch/>
        </p:blipFill>
        <p:spPr>
          <a:xfrm>
            <a:off x="775155" y="2079428"/>
            <a:ext cx="10679681" cy="3828103"/>
          </a:xfrm>
          <a:prstGeom prst="rect">
            <a:avLst/>
          </a:prstGeom>
          <a:noFill/>
          <a:ln>
            <a:noFill/>
          </a:ln>
        </p:spPr>
      </p:pic>
      <p:sp>
        <p:nvSpPr>
          <p:cNvPr id="302" name="Google Shape;302;p15"/>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03" name="Google Shape;303;p15"/>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304" name="Google Shape;304;p15"/>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305" name="Google Shape;305;p15"/>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16"/>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6"/>
          <p:cNvSpPr/>
          <p:nvPr/>
        </p:nvSpPr>
        <p:spPr>
          <a:xfrm>
            <a:off x="1034747" y="1866245"/>
            <a:ext cx="10512947" cy="29066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l">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1- </a:t>
            </a:r>
            <a:r>
              <a:rPr b="1" i="0" lang="es-AR" sz="2800" u="none" cap="none" strike="noStrike">
                <a:solidFill>
                  <a:srgbClr val="000000"/>
                </a:solidFill>
                <a:latin typeface="Calibri"/>
                <a:ea typeface="Calibri"/>
                <a:cs typeface="Calibri"/>
                <a:sym typeface="Calibri"/>
              </a:rPr>
              <a:t>Identificación de los </a:t>
            </a:r>
            <a:r>
              <a:rPr b="1" i="0" lang="es-AR" sz="2800" u="sng" cap="none" strike="noStrike">
                <a:solidFill>
                  <a:srgbClr val="000000"/>
                </a:solidFill>
                <a:latin typeface="Calibri"/>
                <a:ea typeface="Calibri"/>
                <a:cs typeface="Calibri"/>
                <a:sym typeface="Calibri"/>
              </a:rPr>
              <a:t>elementos</a:t>
            </a:r>
            <a:r>
              <a:rPr b="1" i="0" lang="es-AR" sz="2800" u="none" cap="none" strike="noStrike">
                <a:solidFill>
                  <a:srgbClr val="000000"/>
                </a:solidFill>
                <a:latin typeface="Calibri"/>
                <a:ea typeface="Calibri"/>
                <a:cs typeface="Calibri"/>
                <a:sym typeface="Calibri"/>
              </a:rPr>
              <a:t> en la GCS</a:t>
            </a:r>
            <a:endParaRPr b="0" i="0" sz="2800" u="none" cap="none" strike="noStrike">
              <a:solidFill>
                <a:srgbClr val="000000"/>
              </a:solidFill>
              <a:latin typeface="Arial"/>
              <a:ea typeface="Arial"/>
              <a:cs typeface="Arial"/>
              <a:sym typeface="Arial"/>
            </a:endParaRPr>
          </a:p>
          <a:p>
            <a:pPr indent="-177800" lvl="3" marL="457200" marR="0" rtl="0" algn="l">
              <a:lnSpc>
                <a:spcPct val="85000"/>
              </a:lnSpc>
              <a:spcBef>
                <a:spcPts val="774"/>
              </a:spcBef>
              <a:spcAft>
                <a:spcPts val="0"/>
              </a:spcAft>
              <a:buClr>
                <a:srgbClr val="262626"/>
              </a:buClr>
              <a:buSzPts val="2800"/>
              <a:buFont typeface="Arial"/>
              <a:buChar char=" "/>
            </a:pPr>
            <a:r>
              <a:rPr b="0" i="1" lang="es-AR" sz="2800" u="none" cap="none" strike="noStrike">
                <a:solidFill>
                  <a:srgbClr val="000000"/>
                </a:solidFill>
                <a:latin typeface="Calibri"/>
                <a:ea typeface="Calibri"/>
                <a:cs typeface="Calibri"/>
                <a:sym typeface="Calibri"/>
              </a:rPr>
              <a:t>Nombre: cadena de caracteres sin ambigüedad</a:t>
            </a:r>
            <a:endParaRPr b="0" i="0" sz="2800" u="none" cap="none" strike="noStrike">
              <a:solidFill>
                <a:srgbClr val="000000"/>
              </a:solidFill>
              <a:latin typeface="Arial"/>
              <a:ea typeface="Arial"/>
              <a:cs typeface="Arial"/>
              <a:sym typeface="Arial"/>
            </a:endParaRPr>
          </a:p>
          <a:p>
            <a:pPr indent="-177800" lvl="3" marL="457200" marR="0" rtl="0" algn="l">
              <a:lnSpc>
                <a:spcPct val="85000"/>
              </a:lnSpc>
              <a:spcBef>
                <a:spcPts val="774"/>
              </a:spcBef>
              <a:spcAft>
                <a:spcPts val="0"/>
              </a:spcAft>
              <a:buClr>
                <a:srgbClr val="262626"/>
              </a:buClr>
              <a:buSzPts val="2800"/>
              <a:buFont typeface="Arial"/>
              <a:buChar char=" "/>
            </a:pPr>
            <a:r>
              <a:rPr b="0" i="1" lang="es-AR" sz="2800" u="none" cap="none" strike="noStrike">
                <a:solidFill>
                  <a:srgbClr val="000000"/>
                </a:solidFill>
                <a:latin typeface="Calibri"/>
                <a:ea typeface="Calibri"/>
                <a:cs typeface="Calibri"/>
                <a:sym typeface="Calibri"/>
              </a:rPr>
              <a:t>Descripción:  lista de elementos de datos que identifican:</a:t>
            </a:r>
            <a:endParaRPr b="0" i="0" sz="2800" u="none" cap="none" strike="noStrike">
              <a:solidFill>
                <a:srgbClr val="000000"/>
              </a:solidFill>
              <a:latin typeface="Arial"/>
              <a:ea typeface="Arial"/>
              <a:cs typeface="Arial"/>
              <a:sym typeface="Arial"/>
            </a:endParaRPr>
          </a:p>
          <a:p>
            <a:pPr indent="-295275" lvl="4" marL="736600" marR="0" rtl="0" algn="l">
              <a:lnSpc>
                <a:spcPct val="85000"/>
              </a:lnSpc>
              <a:spcBef>
                <a:spcPts val="774"/>
              </a:spcBef>
              <a:spcAft>
                <a:spcPts val="0"/>
              </a:spcAft>
              <a:buClr>
                <a:srgbClr val="C00000"/>
              </a:buClr>
              <a:buSzPts val="2800"/>
              <a:buFont typeface="Arial"/>
              <a:buChar char="•"/>
            </a:pPr>
            <a:r>
              <a:rPr b="0" i="0" lang="es-AR" sz="2800" u="none" cap="none" strike="noStrike">
                <a:solidFill>
                  <a:srgbClr val="000000"/>
                </a:solidFill>
                <a:latin typeface="Calibri"/>
                <a:ea typeface="Calibri"/>
                <a:cs typeface="Calibri"/>
                <a:sym typeface="Calibri"/>
              </a:rPr>
              <a:t>Tipo de ECS (documento, código fuente, datos)</a:t>
            </a:r>
            <a:endParaRPr b="0" i="0" sz="2800" u="none" cap="none" strike="noStrike">
              <a:solidFill>
                <a:srgbClr val="000000"/>
              </a:solidFill>
              <a:latin typeface="Arial"/>
              <a:ea typeface="Arial"/>
              <a:cs typeface="Arial"/>
              <a:sym typeface="Arial"/>
            </a:endParaRPr>
          </a:p>
          <a:p>
            <a:pPr indent="-295275" lvl="4" marL="736600" marR="0" rtl="0" algn="l">
              <a:lnSpc>
                <a:spcPct val="85000"/>
              </a:lnSpc>
              <a:spcBef>
                <a:spcPts val="774"/>
              </a:spcBef>
              <a:spcAft>
                <a:spcPts val="0"/>
              </a:spcAft>
              <a:buClr>
                <a:srgbClr val="C00000"/>
              </a:buClr>
              <a:buSzPts val="2800"/>
              <a:buFont typeface="Arial"/>
              <a:buChar char="•"/>
            </a:pPr>
            <a:r>
              <a:rPr b="0" i="0" lang="es-AR" sz="2800" u="none" cap="none" strike="noStrike">
                <a:solidFill>
                  <a:srgbClr val="000000"/>
                </a:solidFill>
                <a:latin typeface="Calibri"/>
                <a:ea typeface="Calibri"/>
                <a:cs typeface="Calibri"/>
                <a:sym typeface="Calibri"/>
              </a:rPr>
              <a:t>Identificador del proyecto</a:t>
            </a:r>
            <a:endParaRPr b="0" i="0" sz="2800" u="none" cap="none" strike="noStrike">
              <a:solidFill>
                <a:srgbClr val="000000"/>
              </a:solidFill>
              <a:latin typeface="Arial"/>
              <a:ea typeface="Arial"/>
              <a:cs typeface="Arial"/>
              <a:sym typeface="Arial"/>
            </a:endParaRPr>
          </a:p>
          <a:p>
            <a:pPr indent="-295275" lvl="4" marL="736600" marR="0" rtl="0" algn="l">
              <a:lnSpc>
                <a:spcPct val="85000"/>
              </a:lnSpc>
              <a:spcBef>
                <a:spcPts val="774"/>
              </a:spcBef>
              <a:spcAft>
                <a:spcPts val="0"/>
              </a:spcAft>
              <a:buClr>
                <a:srgbClr val="C00000"/>
              </a:buClr>
              <a:buSzPts val="2800"/>
              <a:buFont typeface="Arial"/>
              <a:buChar char="•"/>
            </a:pPr>
            <a:r>
              <a:rPr b="0" i="0" lang="es-AR" sz="2800" u="none" cap="none" strike="noStrike">
                <a:solidFill>
                  <a:srgbClr val="000000"/>
                </a:solidFill>
                <a:latin typeface="Calibri"/>
                <a:ea typeface="Calibri"/>
                <a:cs typeface="Calibri"/>
                <a:sym typeface="Calibri"/>
              </a:rPr>
              <a:t>Información de la versión y/o cambio</a:t>
            </a:r>
            <a:endParaRPr b="0" i="0" sz="2800" u="none" cap="none" strike="noStrike">
              <a:solidFill>
                <a:srgbClr val="000000"/>
              </a:solidFill>
              <a:latin typeface="Arial"/>
              <a:ea typeface="Arial"/>
              <a:cs typeface="Arial"/>
              <a:sym typeface="Arial"/>
            </a:endParaRPr>
          </a:p>
          <a:p>
            <a:pPr indent="0" lvl="0" marL="0" marR="0" rtl="0" algn="l">
              <a:lnSpc>
                <a:spcPct val="85000"/>
              </a:lnSpc>
              <a:spcBef>
                <a:spcPts val="1681"/>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13" name="Google Shape;313;p16"/>
          <p:cNvSpPr/>
          <p:nvPr/>
        </p:nvSpPr>
        <p:spPr>
          <a:xfrm>
            <a:off x="3810986" y="4560601"/>
            <a:ext cx="3952440" cy="9356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100000"/>
              </a:lnSpc>
              <a:spcBef>
                <a:spcPts val="0"/>
              </a:spcBef>
              <a:spcAft>
                <a:spcPts val="0"/>
              </a:spcAft>
              <a:buClr>
                <a:srgbClr val="000000"/>
              </a:buClr>
              <a:buSzPts val="3100"/>
              <a:buFont typeface="Arial"/>
              <a:buNone/>
            </a:pPr>
            <a:r>
              <a:rPr b="0" i="0" lang="es-AR" sz="3100" u="none" cap="none" strike="noStrike">
                <a:solidFill>
                  <a:srgbClr val="000000"/>
                </a:solidFill>
                <a:latin typeface="Calibri"/>
                <a:ea typeface="Calibri"/>
                <a:cs typeface="Calibri"/>
                <a:sym typeface="Calibri"/>
              </a:rPr>
              <a:t>ING II – Clase n - 2026</a:t>
            </a:r>
            <a:endParaRPr b="0" i="0" sz="3100" u="none" cap="none" strike="noStrike">
              <a:solidFill>
                <a:srgbClr val="000000"/>
              </a:solidFill>
              <a:latin typeface="Arial"/>
              <a:ea typeface="Arial"/>
              <a:cs typeface="Arial"/>
              <a:sym typeface="Arial"/>
            </a:endParaRPr>
          </a:p>
        </p:txBody>
      </p:sp>
      <p:sp>
        <p:nvSpPr>
          <p:cNvPr id="314" name="Google Shape;314;p16"/>
          <p:cNvSpPr/>
          <p:nvPr/>
        </p:nvSpPr>
        <p:spPr>
          <a:xfrm>
            <a:off x="3209760" y="5353920"/>
            <a:ext cx="911880" cy="9356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531856" y="5657293"/>
            <a:ext cx="2588220" cy="498578"/>
          </a:xfrm>
          <a:custGeom>
            <a:rect b="b" l="l" r="r" t="t"/>
            <a:pathLst>
              <a:path extrusionOk="0" h="120000" w="120000">
                <a:moveTo>
                  <a:pt x="0" y="0"/>
                </a:moveTo>
                <a:lnTo>
                  <a:pt x="120000" y="0"/>
                </a:lnTo>
                <a:lnTo>
                  <a:pt x="120000" y="120000"/>
                </a:lnTo>
                <a:lnTo>
                  <a:pt x="0" y="120000"/>
                </a:lnTo>
                <a:close/>
              </a:path>
              <a:path extrusionOk="0" fill="none" h="120000" w="120000">
                <a:moveTo>
                  <a:pt x="62072" y="-28061"/>
                </a:moveTo>
                <a:lnTo>
                  <a:pt x="153258" y="-91192"/>
                </a:lnTo>
              </a:path>
            </a:pathLst>
          </a:custGeom>
          <a:solidFill>
            <a:srgbClr val="DF695B"/>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Arial"/>
                <a:ea typeface="Arial"/>
                <a:cs typeface="Arial"/>
                <a:sym typeface="Arial"/>
              </a:rPr>
              <a:t>Identificación unívoca</a:t>
            </a:r>
            <a:endParaRPr b="0" i="0" sz="1400" u="none" cap="none" strike="noStrike">
              <a:solidFill>
                <a:srgbClr val="000000"/>
              </a:solidFill>
              <a:latin typeface="Arial"/>
              <a:ea typeface="Arial"/>
              <a:cs typeface="Arial"/>
              <a:sym typeface="Arial"/>
            </a:endParaRPr>
          </a:p>
        </p:txBody>
      </p:sp>
      <p:sp>
        <p:nvSpPr>
          <p:cNvPr id="316" name="Google Shape;316;p16"/>
          <p:cNvSpPr/>
          <p:nvPr/>
        </p:nvSpPr>
        <p:spPr>
          <a:xfrm>
            <a:off x="3305228" y="5890195"/>
            <a:ext cx="1914060" cy="552741"/>
          </a:xfrm>
          <a:custGeom>
            <a:rect b="b" l="l" r="r" t="t"/>
            <a:pathLst>
              <a:path extrusionOk="0" h="120000" w="120000">
                <a:moveTo>
                  <a:pt x="0" y="0"/>
                </a:moveTo>
                <a:lnTo>
                  <a:pt x="120000" y="0"/>
                </a:lnTo>
                <a:lnTo>
                  <a:pt x="120000" y="120000"/>
                </a:lnTo>
                <a:lnTo>
                  <a:pt x="0" y="120000"/>
                </a:lnTo>
                <a:close/>
              </a:path>
              <a:path extrusionOk="0" fill="none" h="120000" w="120000">
                <a:moveTo>
                  <a:pt x="35862" y="-20972"/>
                </a:moveTo>
                <a:lnTo>
                  <a:pt x="64834" y="-156882"/>
                </a:lnTo>
              </a:path>
            </a:pathLst>
          </a:custGeom>
          <a:solidFill>
            <a:srgbClr val="DF695B"/>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Arial"/>
                <a:ea typeface="Arial"/>
                <a:cs typeface="Arial"/>
                <a:sym typeface="Arial"/>
              </a:rPr>
              <a:t>Asignatura</a:t>
            </a:r>
            <a:endParaRPr b="0" i="0" sz="1400" u="none" cap="none" strike="noStrike">
              <a:solidFill>
                <a:srgbClr val="000000"/>
              </a:solidFill>
              <a:latin typeface="Arial"/>
              <a:ea typeface="Arial"/>
              <a:cs typeface="Arial"/>
              <a:sym typeface="Arial"/>
            </a:endParaRPr>
          </a:p>
        </p:txBody>
      </p:sp>
      <p:sp>
        <p:nvSpPr>
          <p:cNvPr id="317" name="Google Shape;317;p16"/>
          <p:cNvSpPr/>
          <p:nvPr/>
        </p:nvSpPr>
        <p:spPr>
          <a:xfrm>
            <a:off x="7536459" y="5906582"/>
            <a:ext cx="1914060" cy="552741"/>
          </a:xfrm>
          <a:custGeom>
            <a:rect b="b" l="l" r="r" t="t"/>
            <a:pathLst>
              <a:path extrusionOk="0" h="120000" w="120000">
                <a:moveTo>
                  <a:pt x="0" y="0"/>
                </a:moveTo>
                <a:lnTo>
                  <a:pt x="120000" y="0"/>
                </a:lnTo>
                <a:lnTo>
                  <a:pt x="120000" y="120000"/>
                </a:lnTo>
                <a:lnTo>
                  <a:pt x="0" y="120000"/>
                </a:lnTo>
                <a:close/>
              </a:path>
              <a:path extrusionOk="0" fill="none" h="120000" w="120000">
                <a:moveTo>
                  <a:pt x="35862" y="-20972"/>
                </a:moveTo>
                <a:lnTo>
                  <a:pt x="-78485" y="-178618"/>
                </a:lnTo>
              </a:path>
            </a:pathLst>
          </a:custGeom>
          <a:solidFill>
            <a:srgbClr val="DF695B"/>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Arial"/>
                <a:ea typeface="Arial"/>
                <a:cs typeface="Arial"/>
                <a:sym typeface="Arial"/>
              </a:rPr>
              <a:t>Número de clase</a:t>
            </a:r>
            <a:endParaRPr b="0" i="0" sz="1400" u="none" cap="none" strike="noStrike">
              <a:solidFill>
                <a:srgbClr val="000000"/>
              </a:solidFill>
              <a:latin typeface="Arial"/>
              <a:ea typeface="Arial"/>
              <a:cs typeface="Arial"/>
              <a:sym typeface="Arial"/>
            </a:endParaRPr>
          </a:p>
        </p:txBody>
      </p:sp>
      <p:sp>
        <p:nvSpPr>
          <p:cNvPr id="318" name="Google Shape;318;p16"/>
          <p:cNvSpPr/>
          <p:nvPr/>
        </p:nvSpPr>
        <p:spPr>
          <a:xfrm>
            <a:off x="9619588" y="5047915"/>
            <a:ext cx="1438200" cy="461654"/>
          </a:xfrm>
          <a:custGeom>
            <a:rect b="b" l="l" r="r" t="t"/>
            <a:pathLst>
              <a:path extrusionOk="0" h="120000" w="120000">
                <a:moveTo>
                  <a:pt x="0" y="0"/>
                </a:moveTo>
                <a:lnTo>
                  <a:pt x="120000" y="0"/>
                </a:lnTo>
                <a:lnTo>
                  <a:pt x="120000" y="120000"/>
                </a:lnTo>
                <a:lnTo>
                  <a:pt x="0" y="120000"/>
                </a:lnTo>
                <a:close/>
              </a:path>
              <a:path extrusionOk="0" fill="none" h="120000" w="120000">
                <a:moveTo>
                  <a:pt x="-8089" y="62866"/>
                </a:moveTo>
                <a:lnTo>
                  <a:pt x="-182208" y="17005"/>
                </a:lnTo>
              </a:path>
            </a:pathLst>
          </a:custGeom>
          <a:solidFill>
            <a:srgbClr val="DF695B"/>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AR" sz="1800" u="none" cap="none" strike="noStrike">
                <a:solidFill>
                  <a:schemeClr val="lt1"/>
                </a:solidFill>
                <a:latin typeface="Arial"/>
                <a:ea typeface="Arial"/>
                <a:cs typeface="Arial"/>
                <a:sym typeface="Arial"/>
              </a:rPr>
              <a:t>Año</a:t>
            </a:r>
            <a:endParaRPr b="0" i="0" sz="1400" u="none" cap="none" strike="noStrike">
              <a:solidFill>
                <a:srgbClr val="000000"/>
              </a:solidFill>
              <a:latin typeface="Arial"/>
              <a:ea typeface="Arial"/>
              <a:cs typeface="Arial"/>
              <a:sym typeface="Arial"/>
            </a:endParaRPr>
          </a:p>
        </p:txBody>
      </p:sp>
      <p:sp>
        <p:nvSpPr>
          <p:cNvPr id="319" name="Google Shape;319;p16"/>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20" name="Google Shape;320;p16"/>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321" name="Google Shape;321;p16"/>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322" name="Google Shape;322;p16"/>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7" name="Shape 327"/>
        <p:cNvGrpSpPr/>
        <p:nvPr/>
      </p:nvGrpSpPr>
      <p:grpSpPr>
        <a:xfrm>
          <a:off x="0" y="0"/>
          <a:ext cx="0" cy="0"/>
          <a:chOff x="0" y="0"/>
          <a:chExt cx="0" cy="0"/>
        </a:xfrm>
      </p:grpSpPr>
      <p:sp>
        <p:nvSpPr>
          <p:cNvPr id="328" name="Google Shape;328;p17"/>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17"/>
          <p:cNvSpPr/>
          <p:nvPr/>
        </p:nvSpPr>
        <p:spPr>
          <a:xfrm>
            <a:off x="1034747" y="1778134"/>
            <a:ext cx="10157328" cy="458450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2 - </a:t>
            </a:r>
            <a:r>
              <a:rPr b="1" i="0" lang="es-AR" sz="2800" u="none" cap="none" strike="noStrike">
                <a:solidFill>
                  <a:srgbClr val="000000"/>
                </a:solidFill>
                <a:latin typeface="Calibri"/>
                <a:ea typeface="Calibri"/>
                <a:cs typeface="Calibri"/>
                <a:sym typeface="Calibri"/>
              </a:rPr>
              <a:t>Control de versiones</a:t>
            </a:r>
            <a:endParaRPr b="0" i="0" sz="2800" u="none" cap="none" strike="noStrike">
              <a:solidFill>
                <a:srgbClr val="000000"/>
              </a:solidFill>
              <a:latin typeface="Arial"/>
              <a:ea typeface="Arial"/>
              <a:cs typeface="Arial"/>
              <a:sym typeface="Arial"/>
            </a:endParaRPr>
          </a:p>
          <a:p>
            <a:pPr indent="-177800" lvl="3" marL="457200" marR="0" rtl="0" algn="just">
              <a:lnSpc>
                <a:spcPct val="85000"/>
              </a:lnSpc>
              <a:spcBef>
                <a:spcPts val="774"/>
              </a:spcBef>
              <a:spcAft>
                <a:spcPts val="0"/>
              </a:spcAft>
              <a:buClr>
                <a:srgbClr val="262626"/>
              </a:buClr>
              <a:buSzPts val="2800"/>
              <a:buFont typeface="Arial"/>
              <a:buChar char=" "/>
            </a:pPr>
            <a:r>
              <a:rPr b="0" i="1" lang="es-AR" sz="2800" u="none" cap="none" strike="noStrike">
                <a:solidFill>
                  <a:srgbClr val="000000"/>
                </a:solidFill>
                <a:latin typeface="Calibri"/>
                <a:ea typeface="Calibri"/>
                <a:cs typeface="Calibri"/>
                <a:sym typeface="Calibri"/>
              </a:rPr>
              <a:t>Combinación de procedimientos y herramientas para gestionar las versiones de los ECS que se crean a lo largo del proceso de software.</a:t>
            </a:r>
            <a:endParaRPr b="0" i="0" sz="2800" u="none" cap="none" strike="noStrike">
              <a:solidFill>
                <a:srgbClr val="000000"/>
              </a:solidFill>
              <a:latin typeface="Arial"/>
              <a:ea typeface="Arial"/>
              <a:cs typeface="Arial"/>
              <a:sym typeface="Arial"/>
            </a:endParaRPr>
          </a:p>
          <a:p>
            <a:pPr indent="-177800" lvl="3" marL="457200" marR="0" rtl="0" algn="just">
              <a:lnSpc>
                <a:spcPct val="85000"/>
              </a:lnSpc>
              <a:spcBef>
                <a:spcPts val="774"/>
              </a:spcBef>
              <a:spcAft>
                <a:spcPts val="0"/>
              </a:spcAft>
              <a:buClr>
                <a:srgbClr val="262626"/>
              </a:buClr>
              <a:buSzPts val="2800"/>
              <a:buFont typeface="Arial"/>
              <a:buChar char=" "/>
            </a:pPr>
            <a:r>
              <a:rPr b="0" i="1" lang="es-AR" sz="2800" u="sng" cap="none" strike="noStrike">
                <a:solidFill>
                  <a:srgbClr val="000000"/>
                </a:solidFill>
                <a:latin typeface="Calibri"/>
                <a:ea typeface="Calibri"/>
                <a:cs typeface="Calibri"/>
                <a:sym typeface="Calibri"/>
              </a:rPr>
              <a:t>Ejemplo de versiones</a:t>
            </a:r>
            <a:endParaRPr b="0" i="0" sz="2800" u="none" cap="none" strike="noStrike">
              <a:solidFill>
                <a:srgbClr val="000000"/>
              </a:solidFill>
              <a:latin typeface="Arial"/>
              <a:ea typeface="Arial"/>
              <a:cs typeface="Arial"/>
              <a:sym typeface="Arial"/>
            </a:endParaRPr>
          </a:p>
          <a:p>
            <a:pPr indent="-177800" lvl="4" marL="457200" marR="0" rtl="0" algn="just">
              <a:lnSpc>
                <a:spcPct val="85000"/>
              </a:lnSpc>
              <a:spcBef>
                <a:spcPts val="774"/>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Un programa puede contener los módulos 1-2-3-4-5</a:t>
            </a:r>
            <a:endParaRPr b="0" i="0" sz="2800" u="none" cap="none" strike="noStrike">
              <a:solidFill>
                <a:srgbClr val="000000"/>
              </a:solidFill>
              <a:latin typeface="Arial"/>
              <a:ea typeface="Arial"/>
              <a:cs typeface="Arial"/>
              <a:sym typeface="Arial"/>
            </a:endParaRPr>
          </a:p>
          <a:p>
            <a:pPr indent="-177800" lvl="4" marL="457200" marR="0" rtl="0" algn="just">
              <a:lnSpc>
                <a:spcPct val="85000"/>
              </a:lnSpc>
              <a:spcBef>
                <a:spcPts val="774"/>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Una versión puede utilizar los módulos 1-2-3-5</a:t>
            </a:r>
            <a:endParaRPr b="0" i="0" sz="2800" u="none" cap="none" strike="noStrike">
              <a:solidFill>
                <a:srgbClr val="000000"/>
              </a:solidFill>
              <a:latin typeface="Arial"/>
              <a:ea typeface="Arial"/>
              <a:cs typeface="Arial"/>
              <a:sym typeface="Arial"/>
            </a:endParaRPr>
          </a:p>
          <a:p>
            <a:pPr indent="-177800" lvl="4" marL="457200" marR="0" rtl="0" algn="just">
              <a:lnSpc>
                <a:spcPct val="85000"/>
              </a:lnSpc>
              <a:spcBef>
                <a:spcPts val="774"/>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Otra versión puede utilizar los módulos 1-2-4-5</a:t>
            </a:r>
            <a:endParaRPr b="0" i="0" sz="2800" u="none" cap="none" strike="noStrike">
              <a:solidFill>
                <a:srgbClr val="000000"/>
              </a:solidFill>
              <a:latin typeface="Arial"/>
              <a:ea typeface="Arial"/>
              <a:cs typeface="Arial"/>
              <a:sym typeface="Arial"/>
            </a:endParaRPr>
          </a:p>
          <a:p>
            <a:pPr indent="-884160" lvl="1" marL="1519920" marR="0" rtl="0" algn="just">
              <a:lnSpc>
                <a:spcPct val="85000"/>
              </a:lnSpc>
              <a:spcBef>
                <a:spcPts val="774"/>
              </a:spcBef>
              <a:spcAft>
                <a:spcPts val="0"/>
              </a:spcAft>
              <a:buClr>
                <a:srgbClr val="000000"/>
              </a:buClr>
              <a:buSzPts val="2800"/>
              <a:buFont typeface="Arial"/>
              <a:buNone/>
            </a:pPr>
            <a:r>
              <a:rPr b="0" i="0" lang="es-AR" sz="2800" u="none" cap="none" strike="noStrike">
                <a:solidFill>
                  <a:srgbClr val="000000"/>
                </a:solidFill>
                <a:latin typeface="Calibri"/>
                <a:ea typeface="Calibri"/>
                <a:cs typeface="Calibri"/>
                <a:sym typeface="Calibri"/>
              </a:rPr>
              <a:t> </a:t>
            </a:r>
            <a:endParaRPr b="0" i="0" sz="2800" u="none" cap="none" strike="noStrike">
              <a:solidFill>
                <a:srgbClr val="000000"/>
              </a:solidFill>
              <a:latin typeface="Arial"/>
              <a:ea typeface="Arial"/>
              <a:cs typeface="Arial"/>
              <a:sym typeface="Arial"/>
            </a:endParaRPr>
          </a:p>
          <a:p>
            <a:pPr indent="-177800" lvl="4" marL="457200" marR="0" rtl="0" algn="just">
              <a:lnSpc>
                <a:spcPct val="85000"/>
              </a:lnSpc>
              <a:spcBef>
                <a:spcPts val="774"/>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Dos variantes de un mismo programa</a:t>
            </a:r>
            <a:endParaRPr b="0" i="0" sz="2800" u="none" cap="none" strike="noStrike">
              <a:solidFill>
                <a:srgbClr val="000000"/>
              </a:solidFill>
              <a:latin typeface="Arial"/>
              <a:ea typeface="Arial"/>
              <a:cs typeface="Arial"/>
              <a:sym typeface="Arial"/>
            </a:endParaRPr>
          </a:p>
          <a:p>
            <a:pPr indent="0" lvl="0" marL="0" marR="0" rtl="0" algn="just">
              <a:lnSpc>
                <a:spcPct val="85000"/>
              </a:lnSpc>
              <a:spcBef>
                <a:spcPts val="1681"/>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330" name="Google Shape;330;p17"/>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31" name="Google Shape;331;p17"/>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332" name="Google Shape;332;p17"/>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333" name="Google Shape;333;p17"/>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18"/>
          <p:cNvSpPr/>
          <p:nvPr/>
        </p:nvSpPr>
        <p:spPr>
          <a:xfrm>
            <a:off x="1034747" y="1844100"/>
            <a:ext cx="9774360"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2 - </a:t>
            </a:r>
            <a:r>
              <a:rPr b="1" i="0" lang="es-AR" sz="2800" u="none" cap="none" strike="noStrike">
                <a:solidFill>
                  <a:srgbClr val="000000"/>
                </a:solidFill>
                <a:latin typeface="Calibri"/>
                <a:ea typeface="Calibri"/>
                <a:cs typeface="Calibri"/>
                <a:sym typeface="Calibri"/>
              </a:rPr>
              <a:t>Control de versiones</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a:p>
            <a:pPr indent="0" lvl="0" marL="0" marR="0" rtl="0" algn="l">
              <a:lnSpc>
                <a:spcPct val="85000"/>
              </a:lnSpc>
              <a:spcBef>
                <a:spcPts val="1681"/>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p:txBody>
      </p:sp>
      <p:sp>
        <p:nvSpPr>
          <p:cNvPr id="340" name="Google Shape;340;p18"/>
          <p:cNvSpPr/>
          <p:nvPr/>
        </p:nvSpPr>
        <p:spPr>
          <a:xfrm>
            <a:off x="1676520" y="-147960"/>
            <a:ext cx="303480" cy="3114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41" name="Google Shape;341;p18"/>
          <p:cNvPicPr preferRelativeResize="0"/>
          <p:nvPr/>
        </p:nvPicPr>
        <p:blipFill rotWithShape="1">
          <a:blip r:embed="rId3">
            <a:alphaModFix/>
          </a:blip>
          <a:srcRect b="12980" l="0" r="0" t="4735"/>
          <a:stretch/>
        </p:blipFill>
        <p:spPr>
          <a:xfrm>
            <a:off x="635521" y="2443650"/>
            <a:ext cx="7790760" cy="3426746"/>
          </a:xfrm>
          <a:prstGeom prst="rect">
            <a:avLst/>
          </a:prstGeom>
          <a:noFill/>
          <a:ln>
            <a:noFill/>
          </a:ln>
        </p:spPr>
      </p:pic>
      <p:sp>
        <p:nvSpPr>
          <p:cNvPr id="342" name="Google Shape;342;p18"/>
          <p:cNvSpPr/>
          <p:nvPr/>
        </p:nvSpPr>
        <p:spPr>
          <a:xfrm>
            <a:off x="2674921" y="4890647"/>
            <a:ext cx="646200" cy="294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80000"/>
              </a:lnSpc>
              <a:spcBef>
                <a:spcPts val="0"/>
              </a:spcBef>
              <a:spcAft>
                <a:spcPts val="0"/>
              </a:spcAft>
              <a:buClr>
                <a:srgbClr val="000000"/>
              </a:buClr>
              <a:buSzPts val="1240"/>
              <a:buFont typeface="Arial"/>
              <a:buNone/>
            </a:pPr>
            <a:r>
              <a:rPr b="0" i="0" lang="es-AR" sz="1240" u="none" cap="none" strike="noStrike">
                <a:solidFill>
                  <a:srgbClr val="000000"/>
                </a:solidFill>
                <a:latin typeface="Calibri"/>
                <a:ea typeface="Calibri"/>
                <a:cs typeface="Calibri"/>
                <a:sym typeface="Calibri"/>
              </a:rPr>
              <a:t>V1.0</a:t>
            </a:r>
            <a:endParaRPr b="0" i="0" sz="1240" u="none" cap="none" strike="noStrike">
              <a:solidFill>
                <a:srgbClr val="000000"/>
              </a:solidFill>
              <a:latin typeface="Arial"/>
              <a:ea typeface="Arial"/>
              <a:cs typeface="Arial"/>
              <a:sym typeface="Arial"/>
            </a:endParaRPr>
          </a:p>
        </p:txBody>
      </p:sp>
      <p:sp>
        <p:nvSpPr>
          <p:cNvPr id="343" name="Google Shape;343;p18"/>
          <p:cNvSpPr/>
          <p:nvPr/>
        </p:nvSpPr>
        <p:spPr>
          <a:xfrm>
            <a:off x="4877041" y="3379727"/>
            <a:ext cx="646200" cy="294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80000"/>
              </a:lnSpc>
              <a:spcBef>
                <a:spcPts val="0"/>
              </a:spcBef>
              <a:spcAft>
                <a:spcPts val="0"/>
              </a:spcAft>
              <a:buClr>
                <a:srgbClr val="000000"/>
              </a:buClr>
              <a:buSzPts val="1240"/>
              <a:buFont typeface="Arial"/>
              <a:buNone/>
            </a:pPr>
            <a:r>
              <a:rPr b="0" i="0" lang="es-AR" sz="1240" u="none" cap="none" strike="noStrike">
                <a:solidFill>
                  <a:srgbClr val="000000"/>
                </a:solidFill>
                <a:latin typeface="Calibri"/>
                <a:ea typeface="Calibri"/>
                <a:cs typeface="Calibri"/>
                <a:sym typeface="Calibri"/>
              </a:rPr>
              <a:t>V1.1</a:t>
            </a:r>
            <a:endParaRPr b="0" i="0" sz="1240" u="none" cap="none" strike="noStrike">
              <a:solidFill>
                <a:srgbClr val="000000"/>
              </a:solidFill>
              <a:latin typeface="Arial"/>
              <a:ea typeface="Arial"/>
              <a:cs typeface="Arial"/>
              <a:sym typeface="Arial"/>
            </a:endParaRPr>
          </a:p>
        </p:txBody>
      </p:sp>
      <p:sp>
        <p:nvSpPr>
          <p:cNvPr id="344" name="Google Shape;344;p18"/>
          <p:cNvSpPr/>
          <p:nvPr/>
        </p:nvSpPr>
        <p:spPr>
          <a:xfrm>
            <a:off x="5332081" y="3943127"/>
            <a:ext cx="646200" cy="294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80000"/>
              </a:lnSpc>
              <a:spcBef>
                <a:spcPts val="0"/>
              </a:spcBef>
              <a:spcAft>
                <a:spcPts val="0"/>
              </a:spcAft>
              <a:buClr>
                <a:srgbClr val="000000"/>
              </a:buClr>
              <a:buSzPts val="1240"/>
              <a:buFont typeface="Arial"/>
              <a:buNone/>
            </a:pPr>
            <a:r>
              <a:rPr b="0" i="0" lang="es-AR" sz="1240" u="none" cap="none" strike="noStrike">
                <a:solidFill>
                  <a:srgbClr val="000000"/>
                </a:solidFill>
                <a:latin typeface="Calibri"/>
                <a:ea typeface="Calibri"/>
                <a:cs typeface="Calibri"/>
                <a:sym typeface="Calibri"/>
              </a:rPr>
              <a:t>V1.2.1</a:t>
            </a:r>
            <a:endParaRPr b="0" i="0" sz="1240" u="none" cap="none" strike="noStrike">
              <a:solidFill>
                <a:srgbClr val="000000"/>
              </a:solidFill>
              <a:latin typeface="Arial"/>
              <a:ea typeface="Arial"/>
              <a:cs typeface="Arial"/>
              <a:sym typeface="Arial"/>
            </a:endParaRPr>
          </a:p>
        </p:txBody>
      </p:sp>
      <p:sp>
        <p:nvSpPr>
          <p:cNvPr id="345" name="Google Shape;345;p18"/>
          <p:cNvSpPr/>
          <p:nvPr/>
        </p:nvSpPr>
        <p:spPr>
          <a:xfrm>
            <a:off x="6374641" y="3856007"/>
            <a:ext cx="1014840" cy="38124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100000"/>
              </a:lnSpc>
              <a:spcBef>
                <a:spcPts val="0"/>
              </a:spcBef>
              <a:spcAft>
                <a:spcPts val="0"/>
              </a:spcAft>
              <a:buClr>
                <a:srgbClr val="000000"/>
              </a:buClr>
              <a:buSzPts val="1500"/>
              <a:buFont typeface="Arial"/>
              <a:buNone/>
            </a:pPr>
            <a:r>
              <a:rPr b="0" i="0" lang="es-AR" sz="1500" u="none" cap="none" strike="noStrike">
                <a:solidFill>
                  <a:srgbClr val="000000"/>
                </a:solidFill>
                <a:latin typeface="Calibri"/>
                <a:ea typeface="Calibri"/>
                <a:cs typeface="Calibri"/>
                <a:sym typeface="Calibri"/>
              </a:rPr>
              <a:t>V1.2.2</a:t>
            </a:r>
            <a:endParaRPr b="0" i="0" sz="1500" u="none" cap="none" strike="noStrike">
              <a:solidFill>
                <a:srgbClr val="000000"/>
              </a:solidFill>
              <a:latin typeface="Arial"/>
              <a:ea typeface="Arial"/>
              <a:cs typeface="Arial"/>
              <a:sym typeface="Arial"/>
            </a:endParaRPr>
          </a:p>
        </p:txBody>
      </p:sp>
      <p:sp>
        <p:nvSpPr>
          <p:cNvPr id="346" name="Google Shape;346;p18"/>
          <p:cNvSpPr/>
          <p:nvPr/>
        </p:nvSpPr>
        <p:spPr>
          <a:xfrm>
            <a:off x="5265481" y="4358927"/>
            <a:ext cx="646200" cy="294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80000"/>
              </a:lnSpc>
              <a:spcBef>
                <a:spcPts val="0"/>
              </a:spcBef>
              <a:spcAft>
                <a:spcPts val="0"/>
              </a:spcAft>
              <a:buClr>
                <a:srgbClr val="000000"/>
              </a:buClr>
              <a:buSzPts val="1240"/>
              <a:buFont typeface="Arial"/>
              <a:buNone/>
            </a:pPr>
            <a:r>
              <a:rPr b="0" i="0" lang="es-AR" sz="1240" u="none" cap="none" strike="noStrike">
                <a:solidFill>
                  <a:srgbClr val="000000"/>
                </a:solidFill>
                <a:latin typeface="Calibri"/>
                <a:ea typeface="Calibri"/>
                <a:cs typeface="Calibri"/>
                <a:sym typeface="Calibri"/>
              </a:rPr>
              <a:t>V1.2</a:t>
            </a:r>
            <a:endParaRPr b="0" i="0" sz="1240" u="none" cap="none" strike="noStrike">
              <a:solidFill>
                <a:srgbClr val="000000"/>
              </a:solidFill>
              <a:latin typeface="Arial"/>
              <a:ea typeface="Arial"/>
              <a:cs typeface="Arial"/>
              <a:sym typeface="Arial"/>
            </a:endParaRPr>
          </a:p>
        </p:txBody>
      </p:sp>
      <p:sp>
        <p:nvSpPr>
          <p:cNvPr id="347" name="Google Shape;347;p18"/>
          <p:cNvSpPr/>
          <p:nvPr/>
        </p:nvSpPr>
        <p:spPr>
          <a:xfrm>
            <a:off x="6882241" y="4715327"/>
            <a:ext cx="646200" cy="29412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ctr" bIns="59025" lIns="118075" spcFirstLastPara="1" rIns="118075" wrap="square" tIns="59025">
            <a:noAutofit/>
          </a:bodyPr>
          <a:lstStyle/>
          <a:p>
            <a:pPr indent="0" lvl="0" marL="0" marR="0" rtl="0" algn="l">
              <a:lnSpc>
                <a:spcPct val="80000"/>
              </a:lnSpc>
              <a:spcBef>
                <a:spcPts val="0"/>
              </a:spcBef>
              <a:spcAft>
                <a:spcPts val="0"/>
              </a:spcAft>
              <a:buClr>
                <a:srgbClr val="000000"/>
              </a:buClr>
              <a:buSzPts val="1240"/>
              <a:buFont typeface="Arial"/>
              <a:buNone/>
            </a:pPr>
            <a:r>
              <a:rPr b="0" i="0" lang="es-AR" sz="1240" u="none" cap="none" strike="noStrike">
                <a:solidFill>
                  <a:srgbClr val="000000"/>
                </a:solidFill>
                <a:latin typeface="Calibri"/>
                <a:ea typeface="Calibri"/>
                <a:cs typeface="Calibri"/>
                <a:sym typeface="Calibri"/>
              </a:rPr>
              <a:t>V1.3</a:t>
            </a:r>
            <a:endParaRPr b="0" i="0" sz="1240" u="none" cap="none" strike="noStrike">
              <a:solidFill>
                <a:srgbClr val="000000"/>
              </a:solidFill>
              <a:latin typeface="Arial"/>
              <a:ea typeface="Arial"/>
              <a:cs typeface="Arial"/>
              <a:sym typeface="Arial"/>
            </a:endParaRPr>
          </a:p>
        </p:txBody>
      </p:sp>
      <p:pic>
        <p:nvPicPr>
          <p:cNvPr id="348" name="Google Shape;348;p18"/>
          <p:cNvPicPr preferRelativeResize="0"/>
          <p:nvPr/>
        </p:nvPicPr>
        <p:blipFill rotWithShape="1">
          <a:blip r:embed="rId4">
            <a:alphaModFix/>
          </a:blip>
          <a:srcRect b="0" l="0" r="0" t="0"/>
          <a:stretch/>
        </p:blipFill>
        <p:spPr>
          <a:xfrm>
            <a:off x="8129734" y="1890116"/>
            <a:ext cx="3404520" cy="4375491"/>
          </a:xfrm>
          <a:prstGeom prst="rect">
            <a:avLst/>
          </a:prstGeom>
          <a:noFill/>
          <a:ln>
            <a:noFill/>
          </a:ln>
        </p:spPr>
      </p:pic>
      <p:sp>
        <p:nvSpPr>
          <p:cNvPr id="349" name="Google Shape;349;p18"/>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50" name="Google Shape;350;p18"/>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351" name="Google Shape;351;p18"/>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
        <p:nvSpPr>
          <p:cNvPr id="352" name="Google Shape;352;p18"/>
          <p:cNvSpPr txBox="1"/>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s-AR" sz="897" u="none" cap="none" strike="noStrike">
                <a:solidFill>
                  <a:srgbClr val="FFFFFF"/>
                </a:solidFill>
                <a:latin typeface="Calibri"/>
                <a:ea typeface="Calibri"/>
                <a:cs typeface="Calibri"/>
                <a:sym typeface="Calibri"/>
              </a:rPr>
              <a:t>2026</a:t>
            </a:r>
            <a:endParaRPr b="0" i="0" sz="897" u="none" cap="none" strike="noStrike">
              <a:solidFill>
                <a:srgbClr val="FFFFFF"/>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7" name="Shape 357"/>
        <p:cNvGrpSpPr/>
        <p:nvPr/>
      </p:nvGrpSpPr>
      <p:grpSpPr>
        <a:xfrm>
          <a:off x="0" y="0"/>
          <a:ext cx="0" cy="0"/>
          <a:chOff x="0" y="0"/>
          <a:chExt cx="0" cy="0"/>
        </a:xfrm>
      </p:grpSpPr>
      <p:sp>
        <p:nvSpPr>
          <p:cNvPr id="358" name="Google Shape;358;p130"/>
          <p:cNvSpPr/>
          <p:nvPr/>
        </p:nvSpPr>
        <p:spPr>
          <a:xfrm>
            <a:off x="1034747" y="1844100"/>
            <a:ext cx="9774360"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2 - </a:t>
            </a:r>
            <a:r>
              <a:rPr b="1" i="0" lang="es-AR" sz="2800" u="none" cap="none" strike="noStrike">
                <a:solidFill>
                  <a:srgbClr val="000000"/>
                </a:solidFill>
                <a:latin typeface="Calibri"/>
                <a:ea typeface="Calibri"/>
                <a:cs typeface="Calibri"/>
                <a:sym typeface="Calibri"/>
              </a:rPr>
              <a:t>Control de versiones</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a:p>
            <a:pPr indent="0" lvl="0" marL="0" marR="0" rtl="0" algn="l">
              <a:lnSpc>
                <a:spcPct val="85000"/>
              </a:lnSpc>
              <a:spcBef>
                <a:spcPts val="1681"/>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p:txBody>
      </p:sp>
      <p:sp>
        <p:nvSpPr>
          <p:cNvPr id="359" name="Google Shape;359;p130"/>
          <p:cNvSpPr/>
          <p:nvPr/>
        </p:nvSpPr>
        <p:spPr>
          <a:xfrm>
            <a:off x="1676520" y="-147960"/>
            <a:ext cx="303480" cy="3114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130"/>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61" name="Google Shape;361;p130"/>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362" name="Google Shape;362;p130"/>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
        <p:nvSpPr>
          <p:cNvPr id="363" name="Google Shape;363;p130"/>
          <p:cNvSpPr txBox="1"/>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s-AR" sz="897" u="none" cap="none" strike="noStrike">
                <a:solidFill>
                  <a:srgbClr val="FFFFFF"/>
                </a:solidFill>
                <a:latin typeface="Calibri"/>
                <a:ea typeface="Calibri"/>
                <a:cs typeface="Calibri"/>
                <a:sym typeface="Calibri"/>
              </a:rPr>
              <a:t>2026</a:t>
            </a:r>
            <a:endParaRPr b="0" i="0" sz="897" u="none" cap="none" strike="noStrike">
              <a:solidFill>
                <a:srgbClr val="FFFFFF"/>
              </a:solidFill>
              <a:latin typeface="Calibri"/>
              <a:ea typeface="Calibri"/>
              <a:cs typeface="Calibri"/>
              <a:sym typeface="Calibri"/>
            </a:endParaRPr>
          </a:p>
        </p:txBody>
      </p:sp>
      <p:pic>
        <p:nvPicPr>
          <p:cNvPr id="364" name="Google Shape;364;p130"/>
          <p:cNvPicPr preferRelativeResize="0"/>
          <p:nvPr/>
        </p:nvPicPr>
        <p:blipFill rotWithShape="1">
          <a:blip r:embed="rId3">
            <a:alphaModFix/>
          </a:blip>
          <a:srcRect b="0" l="0" r="0" t="0"/>
          <a:stretch/>
        </p:blipFill>
        <p:spPr>
          <a:xfrm>
            <a:off x="1275636" y="2298961"/>
            <a:ext cx="10040064" cy="419606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9" name="Shape 369"/>
        <p:cNvGrpSpPr/>
        <p:nvPr/>
      </p:nvGrpSpPr>
      <p:grpSpPr>
        <a:xfrm>
          <a:off x="0" y="0"/>
          <a:ext cx="0" cy="0"/>
          <a:chOff x="0" y="0"/>
          <a:chExt cx="0" cy="0"/>
        </a:xfrm>
      </p:grpSpPr>
      <p:sp>
        <p:nvSpPr>
          <p:cNvPr id="370" name="Google Shape;370;p131"/>
          <p:cNvSpPr/>
          <p:nvPr/>
        </p:nvSpPr>
        <p:spPr>
          <a:xfrm>
            <a:off x="1034747" y="1844100"/>
            <a:ext cx="9774360"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2 - </a:t>
            </a:r>
            <a:r>
              <a:rPr b="1" i="0" lang="es-AR" sz="2800" u="none" cap="none" strike="noStrike">
                <a:solidFill>
                  <a:srgbClr val="000000"/>
                </a:solidFill>
                <a:latin typeface="Calibri"/>
                <a:ea typeface="Calibri"/>
                <a:cs typeface="Calibri"/>
                <a:sym typeface="Calibri"/>
              </a:rPr>
              <a:t>Control de versiones</a:t>
            </a:r>
            <a:endParaRPr/>
          </a:p>
          <a:p>
            <a:pPr indent="0" lvl="1" marL="0" marR="0" rtl="0" algn="just">
              <a:lnSpc>
                <a:spcPct val="85000"/>
              </a:lnSpc>
              <a:spcBef>
                <a:spcPts val="0"/>
              </a:spcBef>
              <a:spcAft>
                <a:spcPts val="0"/>
              </a:spcAft>
              <a:buClr>
                <a:srgbClr val="262626"/>
              </a:buClr>
              <a:buSzPts val="2800"/>
              <a:buFont typeface="Arial"/>
              <a:buNone/>
            </a:pPr>
            <a:r>
              <a:t/>
            </a:r>
            <a:endParaRPr b="1" i="0" sz="2800" u="none" cap="none" strike="noStrike">
              <a:solidFill>
                <a:srgbClr val="000000"/>
              </a:solidFill>
              <a:latin typeface="Calibri"/>
              <a:ea typeface="Calibri"/>
              <a:cs typeface="Calibri"/>
              <a:sym typeface="Calibri"/>
            </a:endParaRPr>
          </a:p>
          <a:p>
            <a:pPr indent="0" lvl="1" marL="0" marR="0" rtl="0" algn="just">
              <a:lnSpc>
                <a:spcPct val="85000"/>
              </a:lnSpc>
              <a:spcBef>
                <a:spcPts val="0"/>
              </a:spcBef>
              <a:spcAft>
                <a:spcPts val="0"/>
              </a:spcAft>
              <a:buClr>
                <a:srgbClr val="262626"/>
              </a:buClr>
              <a:buSzPts val="2800"/>
              <a:buFont typeface="Arial"/>
              <a:buNone/>
            </a:pPr>
            <a:r>
              <a:t/>
            </a:r>
            <a:endParaRPr b="1" i="0" sz="2800" u="none" cap="none" strike="noStrike">
              <a:solidFill>
                <a:srgbClr val="000000"/>
              </a:solidFill>
              <a:latin typeface="Calibri"/>
              <a:ea typeface="Calibri"/>
              <a:cs typeface="Calibri"/>
              <a:sym typeface="Calibri"/>
            </a:endParaRPr>
          </a:p>
          <a:p>
            <a:pPr indent="-152400" lvl="1" marL="0" marR="0" rtl="0" algn="l">
              <a:lnSpc>
                <a:spcPct val="85000"/>
              </a:lnSpc>
              <a:spcBef>
                <a:spcPts val="774"/>
              </a:spcBef>
              <a:spcAft>
                <a:spcPts val="0"/>
              </a:spcAft>
              <a:buClr>
                <a:srgbClr val="262626"/>
              </a:buClr>
              <a:buSzPts val="2400"/>
              <a:buFont typeface="Arial"/>
              <a:buChar char=" "/>
            </a:pPr>
            <a:r>
              <a:rPr b="0" i="0" lang="es-AR" sz="2400" u="none" cap="none" strike="noStrike">
                <a:solidFill>
                  <a:srgbClr val="000000"/>
                </a:solidFill>
                <a:latin typeface="Calibri"/>
                <a:ea typeface="Calibri"/>
                <a:cs typeface="Calibri"/>
                <a:sym typeface="Calibri"/>
              </a:rPr>
              <a:t>Puede utilizarse el software</a:t>
            </a:r>
            <a:endParaRPr b="0" i="0" sz="1400" u="none" cap="none" strike="noStrike">
              <a:solidFill>
                <a:srgbClr val="000000"/>
              </a:solidFill>
              <a:latin typeface="Arial"/>
              <a:ea typeface="Arial"/>
              <a:cs typeface="Arial"/>
              <a:sym typeface="Arial"/>
            </a:endParaRPr>
          </a:p>
          <a:p>
            <a:pPr indent="-152400" lvl="3" marL="0" marR="0" rtl="0" algn="l">
              <a:lnSpc>
                <a:spcPct val="85000"/>
              </a:lnSpc>
              <a:spcBef>
                <a:spcPts val="774"/>
              </a:spcBef>
              <a:spcAft>
                <a:spcPts val="0"/>
              </a:spcAft>
              <a:buClr>
                <a:srgbClr val="262626"/>
              </a:buClr>
              <a:buSzPts val="2400"/>
              <a:buFont typeface="Arial"/>
              <a:buChar char=" "/>
            </a:pPr>
            <a:r>
              <a:rPr b="0" i="0" lang="es-AR" sz="1400" u="none" cap="none" strike="noStrike">
                <a:solidFill>
                  <a:srgbClr val="000000"/>
                </a:solidFill>
                <a:latin typeface="Arial"/>
                <a:ea typeface="Arial"/>
                <a:cs typeface="Arial"/>
                <a:sym typeface="Arial"/>
              </a:rPr>
              <a:t>   Concurrent Versions System (CVS)</a:t>
            </a:r>
            <a:endParaRPr/>
          </a:p>
          <a:p>
            <a:pPr indent="0" lvl="7" marL="0" marR="0" rtl="0" algn="l">
              <a:lnSpc>
                <a:spcPct val="85000"/>
              </a:lnSpc>
              <a:spcBef>
                <a:spcPts val="774"/>
              </a:spcBef>
              <a:spcAft>
                <a:spcPts val="0"/>
              </a:spcAft>
              <a:buClr>
                <a:srgbClr val="262626"/>
              </a:buClr>
              <a:buSzPts val="2400"/>
              <a:buFont typeface="Arial"/>
              <a:buNone/>
            </a:pPr>
            <a:r>
              <a:t/>
            </a:r>
            <a:endParaRPr b="0" i="0" sz="1400" u="none" cap="none" strike="noStrike">
              <a:solidFill>
                <a:srgbClr val="000000"/>
              </a:solidFill>
              <a:latin typeface="Arial"/>
              <a:ea typeface="Arial"/>
              <a:cs typeface="Arial"/>
              <a:sym typeface="Arial"/>
            </a:endParaRPr>
          </a:p>
          <a:p>
            <a:pPr indent="-152400" lvl="7" marL="0" marR="0" rtl="0" algn="l">
              <a:lnSpc>
                <a:spcPct val="85000"/>
              </a:lnSpc>
              <a:spcBef>
                <a:spcPts val="774"/>
              </a:spcBef>
              <a:spcAft>
                <a:spcPts val="0"/>
              </a:spcAft>
              <a:buClr>
                <a:srgbClr val="262626"/>
              </a:buClr>
              <a:buSzPts val="2400"/>
              <a:buFont typeface="Arial"/>
              <a:buChar char=" "/>
            </a:pPr>
            <a:r>
              <a:rPr b="0" i="0" lang="es-AR" sz="1800" u="sng" cap="none" strike="noStrike">
                <a:solidFill>
                  <a:srgbClr val="000000"/>
                </a:solidFill>
                <a:latin typeface="Arial"/>
                <a:ea typeface="Arial"/>
                <a:cs typeface="Arial"/>
                <a:sym typeface="Arial"/>
                <a:hlinkClick r:id="rId3">
                  <a:extLst>
                    <a:ext uri="{A12FA001-AC4F-418D-AE19-62706E023703}">
                      <ahyp:hlinkClr val="tx"/>
                    </a:ext>
                  </a:extLst>
                </a:hlinkClick>
              </a:rPr>
              <a:t>https://www.nongnu.org/cvs/</a:t>
            </a:r>
            <a:endParaRPr b="0" i="0" sz="1800" u="none" cap="none" strike="noStrike">
              <a:solidFill>
                <a:srgbClr val="000000"/>
              </a:solidFill>
              <a:latin typeface="Arial"/>
              <a:ea typeface="Arial"/>
              <a:cs typeface="Arial"/>
              <a:sym typeface="Arial"/>
            </a:endParaRPr>
          </a:p>
          <a:p>
            <a:pPr indent="0" lvl="7" marL="0" marR="0" rtl="0" algn="l">
              <a:lnSpc>
                <a:spcPct val="85000"/>
              </a:lnSpc>
              <a:spcBef>
                <a:spcPts val="774"/>
              </a:spcBef>
              <a:spcAft>
                <a:spcPts val="0"/>
              </a:spcAft>
              <a:buClr>
                <a:srgbClr val="262626"/>
              </a:buClr>
              <a:buSzPts val="2400"/>
              <a:buFont typeface="Arial"/>
              <a:buNone/>
            </a:pPr>
            <a:r>
              <a:t/>
            </a:r>
            <a:endParaRPr b="0" i="0" sz="1800" u="none" cap="none" strike="noStrike">
              <a:solidFill>
                <a:srgbClr val="000000"/>
              </a:solidFill>
              <a:latin typeface="Arial"/>
              <a:ea typeface="Arial"/>
              <a:cs typeface="Arial"/>
              <a:sym typeface="Arial"/>
            </a:endParaRPr>
          </a:p>
          <a:p>
            <a:pPr indent="0" lvl="1" marL="0" marR="0" rtl="0" algn="just">
              <a:lnSpc>
                <a:spcPct val="85000"/>
              </a:lnSpc>
              <a:spcBef>
                <a:spcPts val="0"/>
              </a:spcBef>
              <a:spcAft>
                <a:spcPts val="0"/>
              </a:spcAft>
              <a:buClr>
                <a:srgbClr val="262626"/>
              </a:buClr>
              <a:buSzPts val="2800"/>
              <a:buFont typeface="Arial"/>
              <a:buNone/>
            </a:pPr>
            <a:r>
              <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a:p>
            <a:pPr indent="0" lvl="0" marL="0" marR="0" rtl="0" algn="l">
              <a:lnSpc>
                <a:spcPct val="85000"/>
              </a:lnSpc>
              <a:spcBef>
                <a:spcPts val="1681"/>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p:txBody>
      </p:sp>
      <p:sp>
        <p:nvSpPr>
          <p:cNvPr id="371" name="Google Shape;371;p131"/>
          <p:cNvSpPr/>
          <p:nvPr/>
        </p:nvSpPr>
        <p:spPr>
          <a:xfrm>
            <a:off x="1676520" y="-147960"/>
            <a:ext cx="303480" cy="3114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31"/>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73" name="Google Shape;373;p131"/>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374" name="Google Shape;374;p131"/>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
        <p:nvSpPr>
          <p:cNvPr id="375" name="Google Shape;375;p131"/>
          <p:cNvSpPr txBox="1"/>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s-AR" sz="897" u="none" cap="none" strike="noStrike">
                <a:solidFill>
                  <a:srgbClr val="FFFFFF"/>
                </a:solidFill>
                <a:latin typeface="Calibri"/>
                <a:ea typeface="Calibri"/>
                <a:cs typeface="Calibri"/>
                <a:sym typeface="Calibri"/>
              </a:rPr>
              <a:t>2026</a:t>
            </a:r>
            <a:endParaRPr b="0" i="0" sz="897" u="none" cap="none" strike="noStrike">
              <a:solidFill>
                <a:srgbClr val="FFFFFF"/>
              </a:solidFill>
              <a:latin typeface="Calibri"/>
              <a:ea typeface="Calibri"/>
              <a:cs typeface="Calibri"/>
              <a:sym typeface="Calibri"/>
            </a:endParaRPr>
          </a:p>
        </p:txBody>
      </p:sp>
      <p:pic>
        <p:nvPicPr>
          <p:cNvPr id="376" name="Google Shape;376;p131"/>
          <p:cNvPicPr preferRelativeResize="0"/>
          <p:nvPr/>
        </p:nvPicPr>
        <p:blipFill rotWithShape="1">
          <a:blip r:embed="rId4">
            <a:alphaModFix/>
          </a:blip>
          <a:srcRect b="0" l="0" r="0" t="0"/>
          <a:stretch/>
        </p:blipFill>
        <p:spPr>
          <a:xfrm>
            <a:off x="5621852" y="2079066"/>
            <a:ext cx="5743273" cy="434999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132"/>
          <p:cNvSpPr/>
          <p:nvPr/>
        </p:nvSpPr>
        <p:spPr>
          <a:xfrm>
            <a:off x="1034747" y="1844100"/>
            <a:ext cx="9774360" cy="458496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2 - </a:t>
            </a:r>
            <a:r>
              <a:rPr b="1" i="0" lang="es-AR" sz="2800" u="none" cap="none" strike="noStrike">
                <a:solidFill>
                  <a:srgbClr val="000000"/>
                </a:solidFill>
                <a:latin typeface="Calibri"/>
                <a:ea typeface="Calibri"/>
                <a:cs typeface="Calibri"/>
                <a:sym typeface="Calibri"/>
              </a:rPr>
              <a:t>Control de versiones</a:t>
            </a:r>
            <a:endParaRPr/>
          </a:p>
          <a:p>
            <a:pPr indent="0" lvl="1" marL="0" marR="0" rtl="0" algn="just">
              <a:lnSpc>
                <a:spcPct val="85000"/>
              </a:lnSpc>
              <a:spcBef>
                <a:spcPts val="0"/>
              </a:spcBef>
              <a:spcAft>
                <a:spcPts val="0"/>
              </a:spcAft>
              <a:buClr>
                <a:srgbClr val="262626"/>
              </a:buClr>
              <a:buSzPts val="2800"/>
              <a:buFont typeface="Arial"/>
              <a:buNone/>
            </a:pPr>
            <a:r>
              <a:t/>
            </a:r>
            <a:endParaRPr b="1" i="0" sz="2800" u="none" cap="none" strike="noStrike">
              <a:solidFill>
                <a:srgbClr val="000000"/>
              </a:solidFill>
              <a:latin typeface="Calibri"/>
              <a:ea typeface="Calibri"/>
              <a:cs typeface="Calibri"/>
              <a:sym typeface="Calibri"/>
            </a:endParaRPr>
          </a:p>
          <a:p>
            <a:pPr indent="0" lvl="1" marL="0" marR="0" rtl="0" algn="just">
              <a:lnSpc>
                <a:spcPct val="85000"/>
              </a:lnSpc>
              <a:spcBef>
                <a:spcPts val="0"/>
              </a:spcBef>
              <a:spcAft>
                <a:spcPts val="0"/>
              </a:spcAft>
              <a:buClr>
                <a:srgbClr val="262626"/>
              </a:buClr>
              <a:buSzPts val="2800"/>
              <a:buFont typeface="Arial"/>
              <a:buNone/>
            </a:pPr>
            <a:r>
              <a:t/>
            </a:r>
            <a:endParaRPr b="1" i="0" sz="2800" u="none" cap="none" strike="noStrike">
              <a:solidFill>
                <a:srgbClr val="000000"/>
              </a:solidFill>
              <a:latin typeface="Calibri"/>
              <a:ea typeface="Calibri"/>
              <a:cs typeface="Calibri"/>
              <a:sym typeface="Calibri"/>
            </a:endParaRPr>
          </a:p>
          <a:p>
            <a:pPr indent="0" lvl="1" marL="0" marR="0" rtl="0" algn="just">
              <a:lnSpc>
                <a:spcPct val="85000"/>
              </a:lnSpc>
              <a:spcBef>
                <a:spcPts val="0"/>
              </a:spcBef>
              <a:spcAft>
                <a:spcPts val="0"/>
              </a:spcAft>
              <a:buClr>
                <a:srgbClr val="262626"/>
              </a:buClr>
              <a:buSzPts val="2800"/>
              <a:buFont typeface="Arial"/>
              <a:buNone/>
            </a:pPr>
            <a:r>
              <a:t/>
            </a:r>
            <a:endParaRPr b="1" i="0" sz="2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a:p>
            <a:pPr indent="0" lvl="0" marL="0" marR="0" rtl="0" algn="l">
              <a:lnSpc>
                <a:spcPct val="85000"/>
              </a:lnSpc>
              <a:spcBef>
                <a:spcPts val="1681"/>
              </a:spcBef>
              <a:spcAft>
                <a:spcPts val="0"/>
              </a:spcAft>
              <a:buClr>
                <a:srgbClr val="000000"/>
              </a:buClr>
              <a:buSzPts val="4100"/>
              <a:buFont typeface="Arial"/>
              <a:buNone/>
            </a:pPr>
            <a:r>
              <a:t/>
            </a:r>
            <a:endParaRPr b="0" i="0" sz="4100" u="none" cap="none" strike="noStrike">
              <a:solidFill>
                <a:srgbClr val="000000"/>
              </a:solidFill>
              <a:latin typeface="Arial"/>
              <a:ea typeface="Arial"/>
              <a:cs typeface="Arial"/>
              <a:sym typeface="Arial"/>
            </a:endParaRPr>
          </a:p>
        </p:txBody>
      </p:sp>
      <p:sp>
        <p:nvSpPr>
          <p:cNvPr id="383" name="Google Shape;383;p132"/>
          <p:cNvSpPr/>
          <p:nvPr/>
        </p:nvSpPr>
        <p:spPr>
          <a:xfrm>
            <a:off x="1676520" y="-147960"/>
            <a:ext cx="303480" cy="3114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132"/>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85" name="Google Shape;385;p132"/>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386" name="Google Shape;386;p132"/>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
        <p:nvSpPr>
          <p:cNvPr id="387" name="Google Shape;387;p132"/>
          <p:cNvSpPr txBox="1"/>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s-AR" sz="897" u="none" cap="none" strike="noStrike">
                <a:solidFill>
                  <a:srgbClr val="FFFFFF"/>
                </a:solidFill>
                <a:latin typeface="Calibri"/>
                <a:ea typeface="Calibri"/>
                <a:cs typeface="Calibri"/>
                <a:sym typeface="Calibri"/>
              </a:rPr>
              <a:t>2026</a:t>
            </a:r>
            <a:endParaRPr b="0" i="0" sz="897" u="none" cap="none" strike="noStrike">
              <a:solidFill>
                <a:srgbClr val="FFFFFF"/>
              </a:solidFill>
              <a:latin typeface="Calibri"/>
              <a:ea typeface="Calibri"/>
              <a:cs typeface="Calibri"/>
              <a:sym typeface="Calibri"/>
            </a:endParaRPr>
          </a:p>
        </p:txBody>
      </p:sp>
      <p:pic>
        <p:nvPicPr>
          <p:cNvPr id="388" name="Google Shape;388;p132"/>
          <p:cNvPicPr preferRelativeResize="0"/>
          <p:nvPr/>
        </p:nvPicPr>
        <p:blipFill rotWithShape="1">
          <a:blip r:embed="rId3">
            <a:alphaModFix/>
          </a:blip>
          <a:srcRect b="7713" l="3085" r="1205" t="0"/>
          <a:stretch/>
        </p:blipFill>
        <p:spPr>
          <a:xfrm>
            <a:off x="2547257" y="4320982"/>
            <a:ext cx="7168243" cy="2141386"/>
          </a:xfrm>
          <a:prstGeom prst="rect">
            <a:avLst/>
          </a:prstGeom>
          <a:noFill/>
          <a:ln>
            <a:noFill/>
          </a:ln>
        </p:spPr>
      </p:pic>
      <p:pic>
        <p:nvPicPr>
          <p:cNvPr id="389" name="Google Shape;389;p132"/>
          <p:cNvPicPr preferRelativeResize="0"/>
          <p:nvPr/>
        </p:nvPicPr>
        <p:blipFill rotWithShape="1">
          <a:blip r:embed="rId4">
            <a:alphaModFix/>
          </a:blip>
          <a:srcRect b="10468" l="4412" r="3363" t="9060"/>
          <a:stretch/>
        </p:blipFill>
        <p:spPr>
          <a:xfrm>
            <a:off x="2547257" y="2263287"/>
            <a:ext cx="7168243" cy="208556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133"/>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p133"/>
          <p:cNvSpPr/>
          <p:nvPr/>
        </p:nvSpPr>
        <p:spPr>
          <a:xfrm>
            <a:off x="1034747" y="1778134"/>
            <a:ext cx="10157328" cy="458450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3 - </a:t>
            </a:r>
            <a:r>
              <a:rPr b="1" i="0" lang="es-AR" sz="2800" u="none" cap="none" strike="noStrike">
                <a:solidFill>
                  <a:srgbClr val="000000"/>
                </a:solidFill>
                <a:latin typeface="Calibri"/>
                <a:ea typeface="Calibri"/>
                <a:cs typeface="Calibri"/>
                <a:sym typeface="Calibri"/>
              </a:rPr>
              <a:t>Control de cambios</a:t>
            </a:r>
            <a:endParaRPr b="0" i="0" sz="2800" u="none" cap="none" strike="noStrike">
              <a:solidFill>
                <a:srgbClr val="000000"/>
              </a:solidFill>
              <a:latin typeface="Arial"/>
              <a:ea typeface="Arial"/>
              <a:cs typeface="Arial"/>
              <a:sym typeface="Arial"/>
            </a:endParaRPr>
          </a:p>
          <a:p>
            <a:pPr indent="-177800" lvl="3" marL="457200" marR="0" rtl="0" algn="just">
              <a:lnSpc>
                <a:spcPct val="85000"/>
              </a:lnSpc>
              <a:spcBef>
                <a:spcPts val="774"/>
              </a:spcBef>
              <a:spcAft>
                <a:spcPts val="0"/>
              </a:spcAft>
              <a:buClr>
                <a:srgbClr val="262626"/>
              </a:buClr>
              <a:buSzPts val="2800"/>
              <a:buFont typeface="Arial"/>
              <a:buChar char=" "/>
            </a:pPr>
            <a:r>
              <a:rPr b="0" i="1" lang="es-AR" sz="2800" u="none" cap="none" strike="noStrike">
                <a:solidFill>
                  <a:srgbClr val="000000"/>
                </a:solidFill>
                <a:latin typeface="Calibri"/>
                <a:ea typeface="Calibri"/>
                <a:cs typeface="Calibri"/>
                <a:sym typeface="Calibri"/>
              </a:rPr>
              <a:t>A lo largo del proyecto los cambios son inevitables  y el control es vital para el desarrollo del mismo.</a:t>
            </a:r>
            <a:endParaRPr/>
          </a:p>
          <a:p>
            <a:pPr indent="-177800" lvl="3" marL="457200" marR="0" rtl="0" algn="just">
              <a:lnSpc>
                <a:spcPct val="85000"/>
              </a:lnSpc>
              <a:spcBef>
                <a:spcPts val="774"/>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Combina los procedimientos humanos y las herramientas adecuadas para proporcionar un mecanismo para el control del cambio.</a:t>
            </a:r>
            <a:endParaRPr/>
          </a:p>
        </p:txBody>
      </p:sp>
      <p:sp>
        <p:nvSpPr>
          <p:cNvPr id="397" name="Google Shape;397;p133"/>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398" name="Google Shape;398;p133"/>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399" name="Google Shape;399;p133"/>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00" name="Google Shape;400;p133"/>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134"/>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34"/>
          <p:cNvSpPr/>
          <p:nvPr/>
        </p:nvSpPr>
        <p:spPr>
          <a:xfrm>
            <a:off x="1034747" y="1778134"/>
            <a:ext cx="10157328" cy="458450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3 - </a:t>
            </a:r>
            <a:r>
              <a:rPr b="1" i="0" lang="es-AR" sz="2800" u="none" cap="none" strike="noStrike">
                <a:solidFill>
                  <a:srgbClr val="000000"/>
                </a:solidFill>
                <a:latin typeface="Calibri"/>
                <a:ea typeface="Calibri"/>
                <a:cs typeface="Calibri"/>
                <a:sym typeface="Calibri"/>
              </a:rPr>
              <a:t>Control de cambios</a:t>
            </a:r>
            <a:endParaRPr b="0" i="0" sz="2800" u="none" cap="none" strike="noStrike">
              <a:solidFill>
                <a:srgbClr val="000000"/>
              </a:solidFill>
              <a:latin typeface="Arial"/>
              <a:ea typeface="Arial"/>
              <a:cs typeface="Arial"/>
              <a:sym typeface="Arial"/>
            </a:endParaRPr>
          </a:p>
        </p:txBody>
      </p:sp>
      <p:sp>
        <p:nvSpPr>
          <p:cNvPr id="408" name="Google Shape;408;p134"/>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409" name="Google Shape;409;p134"/>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10" name="Google Shape;410;p134"/>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11" name="Google Shape;411;p134"/>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id="412" name="Google Shape;412;p134"/>
          <p:cNvPicPr preferRelativeResize="0"/>
          <p:nvPr/>
        </p:nvPicPr>
        <p:blipFill rotWithShape="1">
          <a:blip r:embed="rId3">
            <a:alphaModFix/>
          </a:blip>
          <a:srcRect b="6940" l="2814" r="2686" t="2754"/>
          <a:stretch/>
        </p:blipFill>
        <p:spPr>
          <a:xfrm>
            <a:off x="4833257" y="1820101"/>
            <a:ext cx="5437415" cy="458450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35"/>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9" name="Google Shape;419;p135"/>
          <p:cNvSpPr/>
          <p:nvPr/>
        </p:nvSpPr>
        <p:spPr>
          <a:xfrm>
            <a:off x="1034747" y="1778134"/>
            <a:ext cx="10157328" cy="458450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3 - </a:t>
            </a:r>
            <a:r>
              <a:rPr b="1" i="0" lang="es-AR" sz="2800" u="none" cap="none" strike="noStrike">
                <a:solidFill>
                  <a:srgbClr val="000000"/>
                </a:solidFill>
                <a:latin typeface="Calibri"/>
                <a:ea typeface="Calibri"/>
                <a:cs typeface="Calibri"/>
                <a:sym typeface="Calibri"/>
              </a:rPr>
              <a:t>Control de cambios</a:t>
            </a:r>
            <a:endParaRPr b="0" i="0" sz="2800" u="none" cap="none" strike="noStrike">
              <a:solidFill>
                <a:srgbClr val="000000"/>
              </a:solidFill>
              <a:latin typeface="Arial"/>
              <a:ea typeface="Arial"/>
              <a:cs typeface="Arial"/>
              <a:sym typeface="Arial"/>
            </a:endParaRPr>
          </a:p>
          <a:p>
            <a:pPr indent="-441325" lvl="6" marL="441325" marR="0" rtl="0" algn="l">
              <a:lnSpc>
                <a:spcPct val="85000"/>
              </a:lnSpc>
              <a:spcBef>
                <a:spcPts val="774"/>
              </a:spcBef>
              <a:spcAft>
                <a:spcPts val="0"/>
              </a:spcAft>
              <a:buClr>
                <a:srgbClr val="262626"/>
              </a:buClr>
              <a:buSzPts val="2800"/>
              <a:buFont typeface="Arial"/>
              <a:buChar char=" "/>
            </a:pPr>
            <a:r>
              <a:rPr b="0" i="1" lang="es-AR" sz="2800" u="none" cap="none" strike="noStrike">
                <a:solidFill>
                  <a:srgbClr val="000000"/>
                </a:solidFill>
                <a:latin typeface="Calibri"/>
                <a:ea typeface="Calibri"/>
                <a:cs typeface="Calibri"/>
                <a:sym typeface="Calibri"/>
              </a:rPr>
              <a:t>La autoridad de control de cambios (ACC) evalúa:</a:t>
            </a:r>
            <a:endParaRPr b="0" i="0" sz="2800" u="none" cap="none" strike="noStrike">
              <a:solidFill>
                <a:srgbClr val="000000"/>
              </a:solidFill>
              <a:latin typeface="Arial"/>
              <a:ea typeface="Arial"/>
              <a:cs typeface="Arial"/>
              <a:sym typeface="Arial"/>
            </a:endParaRPr>
          </a:p>
          <a:p>
            <a:pPr indent="-358775" lvl="3" marL="800100" marR="0" rtl="0" algn="just">
              <a:lnSpc>
                <a:spcPct val="85000"/>
              </a:lnSpc>
              <a:spcBef>
                <a:spcPts val="774"/>
              </a:spcBef>
              <a:spcAft>
                <a:spcPts val="0"/>
              </a:spcAft>
              <a:buClr>
                <a:srgbClr val="C00000"/>
              </a:buClr>
              <a:buSzPts val="2800"/>
              <a:buFont typeface="Arial"/>
              <a:buChar char="•"/>
            </a:pPr>
            <a:r>
              <a:rPr b="0" i="0" lang="es-AR" sz="2600" u="none" cap="none" strike="noStrike">
                <a:solidFill>
                  <a:srgbClr val="000000"/>
                </a:solidFill>
                <a:latin typeface="Calibri"/>
                <a:ea typeface="Calibri"/>
                <a:cs typeface="Calibri"/>
                <a:sym typeface="Calibri"/>
              </a:rPr>
              <a:t>¿Cómo impactará el cambio en el hardware?</a:t>
            </a:r>
            <a:endParaRPr b="0" i="0" sz="2600" u="none" cap="none" strike="noStrike">
              <a:solidFill>
                <a:srgbClr val="000000"/>
              </a:solidFill>
              <a:latin typeface="Calibri"/>
              <a:ea typeface="Calibri"/>
              <a:cs typeface="Calibri"/>
              <a:sym typeface="Calibri"/>
            </a:endParaRPr>
          </a:p>
          <a:p>
            <a:pPr indent="-358775" lvl="3" marL="800100" marR="0" rtl="0" algn="just">
              <a:lnSpc>
                <a:spcPct val="85000"/>
              </a:lnSpc>
              <a:spcBef>
                <a:spcPts val="774"/>
              </a:spcBef>
              <a:spcAft>
                <a:spcPts val="0"/>
              </a:spcAft>
              <a:buClr>
                <a:srgbClr val="C00000"/>
              </a:buClr>
              <a:buSzPts val="2800"/>
              <a:buFont typeface="Arial"/>
              <a:buChar char="•"/>
            </a:pPr>
            <a:r>
              <a:rPr b="0" i="0" lang="es-AR" sz="2600" u="none" cap="none" strike="noStrike">
                <a:solidFill>
                  <a:srgbClr val="000000"/>
                </a:solidFill>
                <a:latin typeface="Calibri"/>
                <a:ea typeface="Calibri"/>
                <a:cs typeface="Calibri"/>
                <a:sym typeface="Calibri"/>
              </a:rPr>
              <a:t>¿Cómo impactará el cambio en el rendimiento?</a:t>
            </a:r>
            <a:endParaRPr b="0" i="0" sz="2600" u="none" cap="none" strike="noStrike">
              <a:solidFill>
                <a:srgbClr val="000000"/>
              </a:solidFill>
              <a:latin typeface="Calibri"/>
              <a:ea typeface="Calibri"/>
              <a:cs typeface="Calibri"/>
              <a:sym typeface="Calibri"/>
            </a:endParaRPr>
          </a:p>
          <a:p>
            <a:pPr indent="-358775" lvl="3" marL="800100" marR="0" rtl="0" algn="just">
              <a:lnSpc>
                <a:spcPct val="85000"/>
              </a:lnSpc>
              <a:spcBef>
                <a:spcPts val="774"/>
              </a:spcBef>
              <a:spcAft>
                <a:spcPts val="0"/>
              </a:spcAft>
              <a:buClr>
                <a:srgbClr val="C00000"/>
              </a:buClr>
              <a:buSzPts val="2800"/>
              <a:buFont typeface="Arial"/>
              <a:buChar char="•"/>
            </a:pPr>
            <a:r>
              <a:rPr b="0" i="0" lang="es-AR" sz="2600" u="none" cap="none" strike="noStrike">
                <a:solidFill>
                  <a:srgbClr val="000000"/>
                </a:solidFill>
                <a:latin typeface="Calibri"/>
                <a:ea typeface="Calibri"/>
                <a:cs typeface="Calibri"/>
                <a:sym typeface="Calibri"/>
              </a:rPr>
              <a:t>¿Cómo alterará el cambio la percepción del cliente sobre el producto?</a:t>
            </a:r>
            <a:endParaRPr b="0" i="0" sz="2600" u="none" cap="none" strike="noStrike">
              <a:solidFill>
                <a:srgbClr val="000000"/>
              </a:solidFill>
              <a:latin typeface="Calibri"/>
              <a:ea typeface="Calibri"/>
              <a:cs typeface="Calibri"/>
              <a:sym typeface="Calibri"/>
            </a:endParaRPr>
          </a:p>
          <a:p>
            <a:pPr indent="-358775" lvl="3" marL="800100" marR="0" rtl="0" algn="just">
              <a:lnSpc>
                <a:spcPct val="85000"/>
              </a:lnSpc>
              <a:spcBef>
                <a:spcPts val="774"/>
              </a:spcBef>
              <a:spcAft>
                <a:spcPts val="0"/>
              </a:spcAft>
              <a:buClr>
                <a:srgbClr val="C00000"/>
              </a:buClr>
              <a:buSzPts val="2800"/>
              <a:buFont typeface="Arial"/>
              <a:buChar char="•"/>
            </a:pPr>
            <a:r>
              <a:rPr b="0" i="0" lang="es-AR" sz="2600" u="none" cap="none" strike="noStrike">
                <a:solidFill>
                  <a:srgbClr val="000000"/>
                </a:solidFill>
                <a:latin typeface="Calibri"/>
                <a:ea typeface="Calibri"/>
                <a:cs typeface="Calibri"/>
                <a:sym typeface="Calibri"/>
              </a:rPr>
              <a:t>¿Cómo afectará el cambio a la calidad y a la fiabilidad?</a:t>
            </a:r>
            <a:endParaRPr b="0" i="0" sz="2600" u="none" cap="none" strike="noStrike">
              <a:solidFill>
                <a:srgbClr val="000000"/>
              </a:solidFill>
              <a:latin typeface="Calibri"/>
              <a:ea typeface="Calibri"/>
              <a:cs typeface="Calibri"/>
              <a:sym typeface="Calibri"/>
            </a:endParaRPr>
          </a:p>
          <a:p>
            <a:pPr indent="-358775" lvl="3" marL="800100" marR="0" rtl="0" algn="just">
              <a:lnSpc>
                <a:spcPct val="85000"/>
              </a:lnSpc>
              <a:spcBef>
                <a:spcPts val="774"/>
              </a:spcBef>
              <a:spcAft>
                <a:spcPts val="0"/>
              </a:spcAft>
              <a:buClr>
                <a:srgbClr val="C00000"/>
              </a:buClr>
              <a:buSzPts val="2800"/>
              <a:buFont typeface="Arial"/>
              <a:buChar char="•"/>
            </a:pPr>
            <a:r>
              <a:rPr b="0" i="0" lang="es-AR" sz="2600" u="none" cap="none" strike="noStrike">
                <a:solidFill>
                  <a:srgbClr val="000000"/>
                </a:solidFill>
                <a:latin typeface="Calibri"/>
                <a:ea typeface="Calibri"/>
                <a:cs typeface="Calibri"/>
                <a:sym typeface="Calibri"/>
              </a:rPr>
              <a:t>…</a:t>
            </a:r>
            <a:endParaRPr b="0" i="0" sz="2600" u="none" cap="none" strike="noStrike">
              <a:solidFill>
                <a:srgbClr val="000000"/>
              </a:solidFill>
              <a:latin typeface="Calibri"/>
              <a:ea typeface="Calibri"/>
              <a:cs typeface="Calibri"/>
              <a:sym typeface="Calibri"/>
            </a:endParaRPr>
          </a:p>
        </p:txBody>
      </p:sp>
      <p:sp>
        <p:nvSpPr>
          <p:cNvPr id="420" name="Google Shape;420;p135"/>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421" name="Google Shape;421;p135"/>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22" name="Google Shape;422;p135"/>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23" name="Google Shape;423;p135"/>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136"/>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36"/>
          <p:cNvSpPr/>
          <p:nvPr/>
        </p:nvSpPr>
        <p:spPr>
          <a:xfrm>
            <a:off x="1034746" y="1778134"/>
            <a:ext cx="10509553" cy="458450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4 - </a:t>
            </a:r>
            <a:r>
              <a:rPr b="1" i="0" lang="es-AR" sz="2800" u="none" cap="none" strike="noStrike">
                <a:solidFill>
                  <a:srgbClr val="000000"/>
                </a:solidFill>
                <a:latin typeface="Calibri"/>
                <a:ea typeface="Calibri"/>
                <a:cs typeface="Calibri"/>
                <a:sym typeface="Calibri"/>
              </a:rPr>
              <a:t>Auditoría de la configuración</a:t>
            </a:r>
            <a:endParaRPr b="0" i="0" sz="2800" u="none" cap="none" strike="noStrike">
              <a:solidFill>
                <a:srgbClr val="000000"/>
              </a:solidFill>
              <a:latin typeface="Arial"/>
              <a:ea typeface="Arial"/>
              <a:cs typeface="Arial"/>
              <a:sym typeface="Arial"/>
            </a:endParaRPr>
          </a:p>
          <a:p>
            <a:pPr indent="0" lvl="6" marL="441325" marR="0" rtl="0" algn="just">
              <a:lnSpc>
                <a:spcPct val="85000"/>
              </a:lnSpc>
              <a:spcBef>
                <a:spcPts val="774"/>
              </a:spcBef>
              <a:spcAft>
                <a:spcPts val="0"/>
              </a:spcAft>
              <a:buNone/>
            </a:pPr>
            <a:r>
              <a:rPr b="0" i="1" lang="es-AR" sz="2800" u="none" cap="none" strike="noStrike">
                <a:solidFill>
                  <a:srgbClr val="000000"/>
                </a:solidFill>
                <a:latin typeface="Calibri"/>
                <a:ea typeface="Calibri"/>
                <a:cs typeface="Calibri"/>
                <a:sym typeface="Calibri"/>
              </a:rPr>
              <a:t>La identificación y el control de versiones y el control de cambio, ayudan al equipo de desarrollo de software a mantener un orden, pero sólo se garantiza hasta que se ha generado la orden de cambio.</a:t>
            </a:r>
            <a:endParaRPr/>
          </a:p>
          <a:p>
            <a:pPr indent="-177800" lvl="4" marL="441325" marR="0" rtl="0" algn="l">
              <a:lnSpc>
                <a:spcPct val="85000"/>
              </a:lnSpc>
              <a:spcBef>
                <a:spcPts val="774"/>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¿Cómo aseguramos que el cambio se ha realizado correctamente?</a:t>
            </a:r>
            <a:endParaRPr b="0" i="0" sz="2800" u="none" cap="none" strike="noStrike">
              <a:solidFill>
                <a:srgbClr val="000000"/>
              </a:solidFill>
              <a:latin typeface="Arial"/>
              <a:ea typeface="Arial"/>
              <a:cs typeface="Arial"/>
              <a:sym typeface="Arial"/>
            </a:endParaRPr>
          </a:p>
          <a:p>
            <a:pPr indent="-441325" lvl="4" marL="979488" marR="0" rtl="0" algn="l">
              <a:lnSpc>
                <a:spcPct val="85000"/>
              </a:lnSpc>
              <a:spcBef>
                <a:spcPts val="774"/>
              </a:spcBef>
              <a:spcAft>
                <a:spcPts val="0"/>
              </a:spcAft>
              <a:buClr>
                <a:srgbClr val="C00000"/>
              </a:buClr>
              <a:buSzPts val="2800"/>
              <a:buFont typeface="Arial"/>
              <a:buChar char="•"/>
            </a:pPr>
            <a:r>
              <a:rPr b="0" i="0" lang="es-AR" sz="2800" u="none" cap="none" strike="noStrike">
                <a:solidFill>
                  <a:srgbClr val="000000"/>
                </a:solidFill>
                <a:latin typeface="Calibri"/>
                <a:ea typeface="Calibri"/>
                <a:cs typeface="Calibri"/>
                <a:sym typeface="Calibri"/>
              </a:rPr>
              <a:t>Revisiones técnicas formales</a:t>
            </a:r>
            <a:endParaRPr b="0" i="0" sz="2800" u="none" cap="none" strike="noStrike">
              <a:solidFill>
                <a:srgbClr val="000000"/>
              </a:solidFill>
              <a:latin typeface="Arial"/>
              <a:ea typeface="Arial"/>
              <a:cs typeface="Arial"/>
              <a:sym typeface="Arial"/>
            </a:endParaRPr>
          </a:p>
          <a:p>
            <a:pPr indent="-441325" lvl="4" marL="979488" marR="0" rtl="0" algn="l">
              <a:lnSpc>
                <a:spcPct val="85000"/>
              </a:lnSpc>
              <a:spcBef>
                <a:spcPts val="774"/>
              </a:spcBef>
              <a:spcAft>
                <a:spcPts val="0"/>
              </a:spcAft>
              <a:buClr>
                <a:srgbClr val="C00000"/>
              </a:buClr>
              <a:buSzPts val="2800"/>
              <a:buFont typeface="Arial"/>
              <a:buChar char="•"/>
            </a:pPr>
            <a:r>
              <a:rPr b="0" i="0" lang="es-AR" sz="2800" u="none" cap="none" strike="noStrike">
                <a:solidFill>
                  <a:srgbClr val="000000"/>
                </a:solidFill>
                <a:latin typeface="Calibri"/>
                <a:ea typeface="Calibri"/>
                <a:cs typeface="Calibri"/>
                <a:sym typeface="Calibri"/>
              </a:rPr>
              <a:t>Auditorías de configuración</a:t>
            </a:r>
            <a:endParaRPr b="0" i="0" sz="2800" u="none" cap="none" strike="noStrike">
              <a:solidFill>
                <a:srgbClr val="000000"/>
              </a:solidFill>
              <a:latin typeface="Arial"/>
              <a:ea typeface="Arial"/>
              <a:cs typeface="Arial"/>
              <a:sym typeface="Arial"/>
            </a:endParaRPr>
          </a:p>
          <a:p>
            <a:pPr indent="0" lvl="6" marL="441325" marR="0" rtl="0" algn="just">
              <a:lnSpc>
                <a:spcPct val="85000"/>
              </a:lnSpc>
              <a:spcBef>
                <a:spcPts val="774"/>
              </a:spcBef>
              <a:spcAft>
                <a:spcPts val="0"/>
              </a:spcAft>
              <a:buNone/>
            </a:pPr>
            <a:r>
              <a:t/>
            </a:r>
            <a:endParaRPr b="0" i="1" sz="2800" u="none" cap="none" strike="noStrike">
              <a:solidFill>
                <a:srgbClr val="000000"/>
              </a:solidFill>
              <a:latin typeface="Calibri"/>
              <a:ea typeface="Calibri"/>
              <a:cs typeface="Calibri"/>
              <a:sym typeface="Calibri"/>
            </a:endParaRPr>
          </a:p>
        </p:txBody>
      </p:sp>
      <p:sp>
        <p:nvSpPr>
          <p:cNvPr id="431" name="Google Shape;431;p136"/>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432" name="Google Shape;432;p136"/>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33" name="Google Shape;433;p136"/>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34" name="Google Shape;434;p136"/>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37"/>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137"/>
          <p:cNvSpPr/>
          <p:nvPr/>
        </p:nvSpPr>
        <p:spPr>
          <a:xfrm>
            <a:off x="1034746" y="1778134"/>
            <a:ext cx="10427911" cy="458450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4 - </a:t>
            </a:r>
            <a:r>
              <a:rPr b="1" i="0" lang="es-AR" sz="2800" u="none" cap="none" strike="noStrike">
                <a:solidFill>
                  <a:srgbClr val="000000"/>
                </a:solidFill>
                <a:latin typeface="Calibri"/>
                <a:ea typeface="Calibri"/>
                <a:cs typeface="Calibri"/>
                <a:sym typeface="Calibri"/>
              </a:rPr>
              <a:t>Auditoría de la configuración</a:t>
            </a:r>
            <a:endParaRPr b="0" i="0" sz="2800" u="none" cap="none" strike="noStrike">
              <a:solidFill>
                <a:srgbClr val="000000"/>
              </a:solidFill>
              <a:latin typeface="Arial"/>
              <a:ea typeface="Arial"/>
              <a:cs typeface="Arial"/>
              <a:sym typeface="Arial"/>
            </a:endParaRPr>
          </a:p>
          <a:p>
            <a:pPr indent="0" lvl="6" marL="441325" marR="0" rtl="0" algn="just">
              <a:lnSpc>
                <a:spcPct val="85000"/>
              </a:lnSpc>
              <a:spcBef>
                <a:spcPts val="774"/>
              </a:spcBef>
              <a:spcAft>
                <a:spcPts val="0"/>
              </a:spcAft>
              <a:buNone/>
            </a:pPr>
            <a:r>
              <a:rPr b="0" i="1" lang="es-AR" sz="2800" u="none" cap="none" strike="noStrike">
                <a:solidFill>
                  <a:srgbClr val="000000"/>
                </a:solidFill>
                <a:latin typeface="Calibri"/>
                <a:ea typeface="Calibri"/>
                <a:cs typeface="Calibri"/>
                <a:sym typeface="Calibri"/>
              </a:rPr>
              <a:t>La auditoría de la configuración responde:</a:t>
            </a:r>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¿Se ha hecho el cambio especificado en la Orden de Cambio?¿Se han incorporado modificaciones adicionales?</a:t>
            </a:r>
            <a:endParaRPr b="0" i="0" sz="2600" u="none" cap="none" strike="noStrike">
              <a:solidFill>
                <a:srgbClr val="000000"/>
              </a:solidFill>
              <a:latin typeface="Calibri"/>
              <a:ea typeface="Calibri"/>
              <a:cs typeface="Calibri"/>
              <a:sym typeface="Calibri"/>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¿Se ha llevado a cabo una RTF para evaluar la corrección técnica?</a:t>
            </a:r>
            <a:endParaRPr b="0" i="0" sz="2600" u="none" cap="none" strike="noStrike">
              <a:solidFill>
                <a:srgbClr val="000000"/>
              </a:solidFill>
              <a:latin typeface="Calibri"/>
              <a:ea typeface="Calibri"/>
              <a:cs typeface="Calibri"/>
              <a:sym typeface="Calibri"/>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¿Se han seguido adecuadamente los estándares de IS?</a:t>
            </a:r>
            <a:endParaRPr b="0" i="0" sz="2600" u="none" cap="none" strike="noStrike">
              <a:solidFill>
                <a:srgbClr val="000000"/>
              </a:solidFill>
              <a:latin typeface="Calibri"/>
              <a:ea typeface="Calibri"/>
              <a:cs typeface="Calibri"/>
              <a:sym typeface="Calibri"/>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¿Se han reflejado los cambios en el ECS: fecha, autor, atributos?</a:t>
            </a:r>
            <a:endParaRPr b="0" i="0" sz="2600" u="none" cap="none" strike="noStrike">
              <a:solidFill>
                <a:srgbClr val="000000"/>
              </a:solidFill>
              <a:latin typeface="Calibri"/>
              <a:ea typeface="Calibri"/>
              <a:cs typeface="Calibri"/>
              <a:sym typeface="Calibri"/>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¿Se han seguido procedimientos de GCS para señalar el cambio, registrarlo y divulgarlo?</a:t>
            </a:r>
            <a:endParaRPr b="0" i="0" sz="2600" u="none" cap="none" strike="noStrike">
              <a:solidFill>
                <a:srgbClr val="000000"/>
              </a:solidFill>
              <a:latin typeface="Calibri"/>
              <a:ea typeface="Calibri"/>
              <a:cs typeface="Calibri"/>
              <a:sym typeface="Calibri"/>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¿Se han actualizado adecuadamente todos los ECS relacionados?</a:t>
            </a:r>
            <a:endParaRPr b="0" i="0" sz="2600" u="none" cap="none" strike="noStrike">
              <a:solidFill>
                <a:srgbClr val="000000"/>
              </a:solidFill>
              <a:latin typeface="Calibri"/>
              <a:ea typeface="Calibri"/>
              <a:cs typeface="Calibri"/>
              <a:sym typeface="Calibri"/>
            </a:endParaRPr>
          </a:p>
          <a:p>
            <a:pPr indent="0" lvl="6" marL="441325" marR="0" rtl="0" algn="just">
              <a:lnSpc>
                <a:spcPct val="85000"/>
              </a:lnSpc>
              <a:spcBef>
                <a:spcPts val="774"/>
              </a:spcBef>
              <a:spcAft>
                <a:spcPts val="0"/>
              </a:spcAft>
              <a:buNone/>
            </a:pPr>
            <a:r>
              <a:t/>
            </a:r>
            <a:endParaRPr b="0" i="0" sz="2800" u="none" cap="none" strike="noStrike">
              <a:solidFill>
                <a:srgbClr val="000000"/>
              </a:solidFill>
              <a:latin typeface="Arial"/>
              <a:ea typeface="Arial"/>
              <a:cs typeface="Arial"/>
              <a:sym typeface="Arial"/>
            </a:endParaRPr>
          </a:p>
          <a:p>
            <a:pPr indent="0" lvl="6" marL="441325" marR="0" rtl="0" algn="just">
              <a:lnSpc>
                <a:spcPct val="85000"/>
              </a:lnSpc>
              <a:spcBef>
                <a:spcPts val="774"/>
              </a:spcBef>
              <a:spcAft>
                <a:spcPts val="0"/>
              </a:spcAft>
              <a:buNone/>
            </a:pPr>
            <a:r>
              <a:t/>
            </a:r>
            <a:endParaRPr b="0" i="1" sz="2800" u="none" cap="none" strike="noStrike">
              <a:solidFill>
                <a:srgbClr val="000000"/>
              </a:solidFill>
              <a:latin typeface="Calibri"/>
              <a:ea typeface="Calibri"/>
              <a:cs typeface="Calibri"/>
              <a:sym typeface="Calibri"/>
            </a:endParaRPr>
          </a:p>
        </p:txBody>
      </p:sp>
      <p:sp>
        <p:nvSpPr>
          <p:cNvPr id="442" name="Google Shape;442;p137"/>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443" name="Google Shape;443;p137"/>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44" name="Google Shape;444;p137"/>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45" name="Google Shape;445;p137"/>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138"/>
          <p:cNvSpPr/>
          <p:nvPr/>
        </p:nvSpPr>
        <p:spPr>
          <a:xfrm>
            <a:off x="9232560" y="2920680"/>
            <a:ext cx="2919960" cy="1072800"/>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2" name="Google Shape;452;p138"/>
          <p:cNvSpPr/>
          <p:nvPr/>
        </p:nvSpPr>
        <p:spPr>
          <a:xfrm>
            <a:off x="1034746" y="1778134"/>
            <a:ext cx="10427911" cy="4584506"/>
          </a:xfrm>
          <a:custGeom>
            <a:rect b="b" l="l" r="r" t="t"/>
            <a:pathLst>
              <a:path extrusionOk="0" h="21600" w="21600">
                <a:moveTo>
                  <a:pt x="0" y="0"/>
                </a:moveTo>
                <a:lnTo>
                  <a:pt x="21600" y="0"/>
                </a:lnTo>
                <a:lnTo>
                  <a:pt x="21600" y="21600"/>
                </a:lnTo>
                <a:lnTo>
                  <a:pt x="0" y="21600"/>
                </a:lnTo>
                <a:lnTo>
                  <a:pt x="0" y="0"/>
                </a:lnTo>
                <a:close/>
              </a:path>
            </a:pathLst>
          </a:custGeom>
          <a:noFill/>
          <a:ln>
            <a:noFill/>
          </a:ln>
        </p:spPr>
        <p:txBody>
          <a:bodyPr anchorCtr="0" anchor="t" bIns="59025" lIns="118075" spcFirstLastPara="1" rIns="118075" wrap="square" tIns="59025">
            <a:noAutofit/>
          </a:bodyPr>
          <a:lstStyle/>
          <a:p>
            <a:pPr indent="-177800" lvl="1" marL="0" marR="0" rtl="0" algn="just">
              <a:lnSpc>
                <a:spcPct val="85000"/>
              </a:lnSpc>
              <a:spcBef>
                <a:spcPts val="0"/>
              </a:spcBef>
              <a:spcAft>
                <a:spcPts val="0"/>
              </a:spcAft>
              <a:buClr>
                <a:srgbClr val="262626"/>
              </a:buClr>
              <a:buSzPts val="2800"/>
              <a:buFont typeface="Arial"/>
              <a:buChar char=" "/>
            </a:pPr>
            <a:r>
              <a:rPr b="0" i="0" lang="es-AR" sz="2800" u="none" cap="none" strike="noStrike">
                <a:solidFill>
                  <a:srgbClr val="000000"/>
                </a:solidFill>
                <a:latin typeface="Calibri"/>
                <a:ea typeface="Calibri"/>
                <a:cs typeface="Calibri"/>
                <a:sym typeface="Calibri"/>
              </a:rPr>
              <a:t>5 - </a:t>
            </a:r>
            <a:r>
              <a:rPr b="1" i="0" lang="es-AR" sz="2800" u="none" cap="none" strike="noStrike">
                <a:solidFill>
                  <a:srgbClr val="000000"/>
                </a:solidFill>
                <a:latin typeface="Calibri"/>
                <a:ea typeface="Calibri"/>
                <a:cs typeface="Calibri"/>
                <a:sym typeface="Calibri"/>
              </a:rPr>
              <a:t>Generación de informes de estado de la configuración (auditoría)</a:t>
            </a:r>
            <a:endParaRPr b="0" i="0" sz="2800" u="none" cap="none" strike="noStrike">
              <a:solidFill>
                <a:srgbClr val="000000"/>
              </a:solidFill>
              <a:latin typeface="Arial"/>
              <a:ea typeface="Arial"/>
              <a:cs typeface="Arial"/>
              <a:sym typeface="Arial"/>
            </a:endParaRPr>
          </a:p>
          <a:p>
            <a:pPr indent="0" lvl="6" marL="441325" marR="0" rtl="0" algn="just">
              <a:lnSpc>
                <a:spcPct val="85000"/>
              </a:lnSpc>
              <a:spcBef>
                <a:spcPts val="774"/>
              </a:spcBef>
              <a:spcAft>
                <a:spcPts val="0"/>
              </a:spcAft>
              <a:buNone/>
            </a:pPr>
            <a:r>
              <a:rPr b="0" i="1" lang="es-AR" sz="2800" u="none" cap="none" strike="noStrike">
                <a:solidFill>
                  <a:srgbClr val="000000"/>
                </a:solidFill>
                <a:latin typeface="Calibri"/>
                <a:ea typeface="Calibri"/>
                <a:cs typeface="Calibri"/>
                <a:sym typeface="Calibri"/>
              </a:rPr>
              <a:t>Responde:</a:t>
            </a:r>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¿Qué pasó?</a:t>
            </a:r>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¿Quién lo hizo?</a:t>
            </a:r>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¿Cuándo pasó?</a:t>
            </a:r>
            <a:endParaRPr/>
          </a:p>
          <a:p>
            <a:pPr indent="-358775" lvl="2" marL="800100" marR="0" rtl="0" algn="just">
              <a:lnSpc>
                <a:spcPct val="85000"/>
              </a:lnSpc>
              <a:spcBef>
                <a:spcPts val="774"/>
              </a:spcBef>
              <a:spcAft>
                <a:spcPts val="0"/>
              </a:spcAft>
              <a:buClr>
                <a:srgbClr val="C00000"/>
              </a:buClr>
              <a:buSzPts val="2600"/>
              <a:buFont typeface="Arial"/>
              <a:buChar char="•"/>
            </a:pPr>
            <a:r>
              <a:rPr b="0" i="0" lang="es-AR" sz="2600" u="none" cap="none" strike="noStrike">
                <a:solidFill>
                  <a:srgbClr val="000000"/>
                </a:solidFill>
                <a:latin typeface="Calibri"/>
                <a:ea typeface="Calibri"/>
                <a:cs typeface="Calibri"/>
                <a:sym typeface="Calibri"/>
              </a:rPr>
              <a:t>¿Qué más se vio afectado?</a:t>
            </a:r>
            <a:endParaRPr/>
          </a:p>
          <a:p>
            <a:pPr indent="0" lvl="6" marL="441325" marR="0" rtl="0" algn="just">
              <a:lnSpc>
                <a:spcPct val="85000"/>
              </a:lnSpc>
              <a:spcBef>
                <a:spcPts val="774"/>
              </a:spcBef>
              <a:spcAft>
                <a:spcPts val="0"/>
              </a:spcAft>
              <a:buNone/>
            </a:pPr>
            <a:r>
              <a:t/>
            </a:r>
            <a:endParaRPr b="0" i="0" sz="2800" u="none" cap="none" strike="noStrike">
              <a:solidFill>
                <a:srgbClr val="000000"/>
              </a:solidFill>
              <a:latin typeface="Arial"/>
              <a:ea typeface="Arial"/>
              <a:cs typeface="Arial"/>
              <a:sym typeface="Arial"/>
            </a:endParaRPr>
          </a:p>
          <a:p>
            <a:pPr indent="0" lvl="6" marL="441325" marR="0" rtl="0" algn="just">
              <a:lnSpc>
                <a:spcPct val="85000"/>
              </a:lnSpc>
              <a:spcBef>
                <a:spcPts val="774"/>
              </a:spcBef>
              <a:spcAft>
                <a:spcPts val="0"/>
              </a:spcAft>
              <a:buNone/>
            </a:pPr>
            <a:r>
              <a:rPr b="0" i="1" lang="es-AR" sz="2800" u="none" cap="none" strike="noStrike">
                <a:solidFill>
                  <a:srgbClr val="000000"/>
                </a:solidFill>
                <a:latin typeface="Calibri"/>
                <a:ea typeface="Calibri"/>
                <a:cs typeface="Calibri"/>
                <a:sym typeface="Calibri"/>
              </a:rPr>
              <a:t>La generación de informes de estado de la configuración desempeña un papel vital en el éxito del proyecto.</a:t>
            </a:r>
            <a:endParaRPr b="0" i="0" sz="2800" u="none" cap="none" strike="noStrike">
              <a:solidFill>
                <a:srgbClr val="000000"/>
              </a:solidFill>
              <a:latin typeface="Arial"/>
              <a:ea typeface="Arial"/>
              <a:cs typeface="Arial"/>
              <a:sym typeface="Arial"/>
            </a:endParaRPr>
          </a:p>
          <a:p>
            <a:pPr indent="0" lvl="6" marL="441325" marR="0" rtl="0" algn="just">
              <a:lnSpc>
                <a:spcPct val="85000"/>
              </a:lnSpc>
              <a:spcBef>
                <a:spcPts val="774"/>
              </a:spcBef>
              <a:spcAft>
                <a:spcPts val="0"/>
              </a:spcAft>
              <a:buNone/>
            </a:pPr>
            <a:r>
              <a:t/>
            </a:r>
            <a:endParaRPr b="0" i="1" sz="2800" u="none" cap="none" strike="noStrike">
              <a:solidFill>
                <a:srgbClr val="000000"/>
              </a:solidFill>
              <a:latin typeface="Calibri"/>
              <a:ea typeface="Calibri"/>
              <a:cs typeface="Calibri"/>
              <a:sym typeface="Calibri"/>
            </a:endParaRPr>
          </a:p>
        </p:txBody>
      </p:sp>
      <p:sp>
        <p:nvSpPr>
          <p:cNvPr id="453" name="Google Shape;453;p138"/>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GCS - Proceso</a:t>
            </a:r>
            <a:endParaRPr/>
          </a:p>
        </p:txBody>
      </p:sp>
      <p:sp>
        <p:nvSpPr>
          <p:cNvPr id="454" name="Google Shape;454;p138"/>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55" name="Google Shape;455;p138"/>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56" name="Google Shape;456;p138"/>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g3961ff0e647_0_0"/>
          <p:cNvSpPr txBox="1"/>
          <p:nvPr>
            <p:ph type="title"/>
          </p:nvPr>
        </p:nvSpPr>
        <p:spPr>
          <a:xfrm>
            <a:off x="1094964" y="294190"/>
            <a:ext cx="10040100" cy="14838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g3961ff0e647_0_0"/>
          <p:cNvSpPr txBox="1"/>
          <p:nvPr>
            <p:ph idx="12" type="sldNum"/>
          </p:nvPr>
        </p:nvSpPr>
        <p:spPr>
          <a:xfrm>
            <a:off x="9883189" y="6613551"/>
            <a:ext cx="1308900" cy="373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48"/>
              <a:buFont typeface="Arial"/>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id="464" name="Google Shape;464;g3961ff0e647_0_0" title="infografia1.jpg"/>
          <p:cNvPicPr preferRelativeResize="0"/>
          <p:nvPr/>
        </p:nvPicPr>
        <p:blipFill>
          <a:blip r:embed="rId3">
            <a:alphaModFix/>
          </a:blip>
          <a:stretch>
            <a:fillRect/>
          </a:stretch>
        </p:blipFill>
        <p:spPr>
          <a:xfrm>
            <a:off x="61225" y="612350"/>
            <a:ext cx="10855726" cy="605862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0" name="Shape 470"/>
        <p:cNvGrpSpPr/>
        <p:nvPr/>
      </p:nvGrpSpPr>
      <p:grpSpPr>
        <a:xfrm>
          <a:off x="0" y="0"/>
          <a:ext cx="0" cy="0"/>
          <a:chOff x="0" y="0"/>
          <a:chExt cx="0" cy="0"/>
        </a:xfrm>
      </p:grpSpPr>
      <p:sp>
        <p:nvSpPr>
          <p:cNvPr id="471" name="Google Shape;471;p28"/>
          <p:cNvSpPr/>
          <p:nvPr/>
        </p:nvSpPr>
        <p:spPr>
          <a:xfrm>
            <a:off x="9249480" y="2864160"/>
            <a:ext cx="2920320" cy="13942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28"/>
          <p:cNvSpPr txBox="1"/>
          <p:nvPr>
            <p:ph type="title"/>
          </p:nvPr>
        </p:nvSpPr>
        <p:spPr>
          <a:xfrm>
            <a:off x="384925" y="2520804"/>
            <a:ext cx="3194700" cy="1316100"/>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None/>
            </a:pPr>
            <a:r>
              <a:rPr lang="es-AR"/>
              <a:t>Gestión de Proyectos</a:t>
            </a:r>
            <a:endParaRPr/>
          </a:p>
        </p:txBody>
      </p:sp>
      <p:sp>
        <p:nvSpPr>
          <p:cNvPr id="473" name="Google Shape;473;p28"/>
          <p:cNvSpPr txBox="1"/>
          <p:nvPr>
            <p:ph idx="1" type="body"/>
          </p:nvPr>
        </p:nvSpPr>
        <p:spPr>
          <a:xfrm>
            <a:off x="4791850" y="326625"/>
            <a:ext cx="6480300" cy="2265600"/>
          </a:xfrm>
          <a:prstGeom prst="rect">
            <a:avLst/>
          </a:prstGeom>
          <a:noFill/>
          <a:ln>
            <a:noFill/>
          </a:ln>
        </p:spPr>
        <p:txBody>
          <a:bodyPr anchorCtr="0" anchor="t" bIns="45700" lIns="0" spcFirstLastPara="1" rIns="0" wrap="square" tIns="45700">
            <a:noAutofit/>
          </a:bodyPr>
          <a:lstStyle/>
          <a:p>
            <a:pPr indent="-228600" lvl="0" marL="90325" rtl="0" algn="just">
              <a:lnSpc>
                <a:spcPct val="90000"/>
              </a:lnSpc>
              <a:spcBef>
                <a:spcPts val="0"/>
              </a:spcBef>
              <a:spcAft>
                <a:spcPts val="0"/>
              </a:spcAft>
              <a:buSzPts val="3600"/>
              <a:buChar char=" "/>
            </a:pPr>
            <a:r>
              <a:rPr b="1" lang="es-AR" sz="3600">
                <a:solidFill>
                  <a:schemeClr val="dk1"/>
                </a:solidFill>
              </a:rPr>
              <a:t>¿Qué es un proyecto?</a:t>
            </a:r>
            <a:endParaRPr/>
          </a:p>
          <a:p>
            <a:pPr indent="-203200" lvl="0" marL="90325" rtl="0" algn="just">
              <a:lnSpc>
                <a:spcPct val="90000"/>
              </a:lnSpc>
              <a:spcBef>
                <a:spcPts val="1398"/>
              </a:spcBef>
              <a:spcAft>
                <a:spcPts val="0"/>
              </a:spcAft>
              <a:buSzPts val="3200"/>
              <a:buChar char=" "/>
            </a:pPr>
            <a:r>
              <a:rPr lang="es-AR" sz="3200">
                <a:solidFill>
                  <a:schemeClr val="dk1"/>
                </a:solidFill>
              </a:rPr>
              <a:t>Un proyecto es un esfuerzo temporal que se lleva a cabo para crear un producto, servicio o resultado único. </a:t>
            </a:r>
            <a:endParaRPr sz="3200">
              <a:solidFill>
                <a:schemeClr val="dk1"/>
              </a:solidFill>
              <a:latin typeface="Arial"/>
              <a:ea typeface="Arial"/>
              <a:cs typeface="Arial"/>
              <a:sym typeface="Arial"/>
            </a:endParaRPr>
          </a:p>
          <a:p>
            <a:pPr indent="0" lvl="0" marL="90325" rtl="0" algn="just">
              <a:lnSpc>
                <a:spcPct val="90000"/>
              </a:lnSpc>
              <a:spcBef>
                <a:spcPts val="1398"/>
              </a:spcBef>
              <a:spcAft>
                <a:spcPts val="0"/>
              </a:spcAft>
              <a:buSzPts val="3600"/>
              <a:buNone/>
            </a:pPr>
            <a:r>
              <a:t/>
            </a:r>
            <a:endParaRPr sz="3600">
              <a:solidFill>
                <a:schemeClr val="dk1"/>
              </a:solidFill>
            </a:endParaRPr>
          </a:p>
          <a:p>
            <a:pPr indent="0" lvl="0" marL="90325" rtl="0" algn="l">
              <a:lnSpc>
                <a:spcPct val="90000"/>
              </a:lnSpc>
              <a:spcBef>
                <a:spcPts val="1398"/>
              </a:spcBef>
              <a:spcAft>
                <a:spcPts val="0"/>
              </a:spcAft>
              <a:buSzPts val="1996"/>
              <a:buNone/>
            </a:pPr>
            <a:r>
              <a:t/>
            </a:r>
            <a:endParaRPr>
              <a:solidFill>
                <a:schemeClr val="dk1"/>
              </a:solidFill>
            </a:endParaRPr>
          </a:p>
        </p:txBody>
      </p:sp>
      <p:sp>
        <p:nvSpPr>
          <p:cNvPr id="474" name="Google Shape;474;p28"/>
          <p:cNvSpPr txBox="1"/>
          <p:nvPr>
            <p:ph idx="10" type="dt"/>
          </p:nvPr>
        </p:nvSpPr>
        <p:spPr>
          <a:xfrm>
            <a:off x="464291" y="6613551"/>
            <a:ext cx="2614600"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75" name="Google Shape;475;p28"/>
          <p:cNvSpPr txBox="1"/>
          <p:nvPr>
            <p:ph idx="11" type="ftr"/>
          </p:nvPr>
        </p:nvSpPr>
        <p:spPr>
          <a:xfrm>
            <a:off x="4791849" y="6613551"/>
            <a:ext cx="4639727"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INGENIERÍA DE SOFTWARE II</a:t>
            </a:r>
            <a:endParaRPr/>
          </a:p>
        </p:txBody>
      </p:sp>
      <p:sp>
        <p:nvSpPr>
          <p:cNvPr id="476" name="Google Shape;476;p28"/>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id="477" name="Google Shape;477;p28" title="proyecrto.jpg"/>
          <p:cNvPicPr preferRelativeResize="0"/>
          <p:nvPr/>
        </p:nvPicPr>
        <p:blipFill>
          <a:blip r:embed="rId3">
            <a:alphaModFix/>
          </a:blip>
          <a:stretch>
            <a:fillRect/>
          </a:stretch>
        </p:blipFill>
        <p:spPr>
          <a:xfrm>
            <a:off x="4357050" y="2653600"/>
            <a:ext cx="7147374" cy="38985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29"/>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29"/>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29"/>
          <p:cNvSpPr/>
          <p:nvPr/>
        </p:nvSpPr>
        <p:spPr>
          <a:xfrm>
            <a:off x="979714" y="1945800"/>
            <a:ext cx="10565846"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457200" lvl="1" marL="462600" marR="0" rtl="0" algn="just">
              <a:lnSpc>
                <a:spcPct val="85000"/>
              </a:lnSpc>
              <a:spcBef>
                <a:spcPts val="6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Temporal </a:t>
            </a:r>
            <a:endParaRPr b="0" i="0" sz="3200" u="none" cap="none" strike="noStrike">
              <a:solidFill>
                <a:schemeClr val="dk1"/>
              </a:solidFill>
              <a:latin typeface="Calibri"/>
              <a:ea typeface="Calibri"/>
              <a:cs typeface="Calibri"/>
              <a:sym typeface="Calibri"/>
            </a:endParaRPr>
          </a:p>
          <a:p>
            <a:pPr indent="0" lvl="2" marL="1080" marR="0" rtl="0" algn="just">
              <a:lnSpc>
                <a:spcPct val="85000"/>
              </a:lnSpc>
              <a:spcBef>
                <a:spcPts val="601"/>
              </a:spcBef>
              <a:spcAft>
                <a:spcPts val="0"/>
              </a:spcAft>
              <a:buNone/>
            </a:pPr>
            <a:r>
              <a:rPr b="0" i="1" lang="es-AR" sz="3200" u="none" cap="none" strike="noStrike">
                <a:solidFill>
                  <a:schemeClr val="dk1"/>
                </a:solidFill>
                <a:latin typeface="Calibri"/>
                <a:ea typeface="Calibri"/>
                <a:cs typeface="Calibri"/>
                <a:sym typeface="Calibri"/>
              </a:rPr>
              <a:t>	</a:t>
            </a:r>
            <a:r>
              <a:rPr b="0" i="1" lang="es-AR" sz="2800" u="none" cap="none" strike="noStrike">
                <a:solidFill>
                  <a:schemeClr val="dk1"/>
                </a:solidFill>
                <a:latin typeface="Calibri"/>
                <a:ea typeface="Calibri"/>
                <a:cs typeface="Calibri"/>
                <a:sym typeface="Calibri"/>
              </a:rPr>
              <a:t>Tiene un comienzo y fin definido.</a:t>
            </a:r>
            <a:endParaRPr b="0" i="0" sz="2800" u="none" cap="none" strike="noStrike">
              <a:solidFill>
                <a:schemeClr val="dk1"/>
              </a:solidFill>
              <a:latin typeface="Calibri"/>
              <a:ea typeface="Calibri"/>
              <a:cs typeface="Calibri"/>
              <a:sym typeface="Calibri"/>
            </a:endParaRPr>
          </a:p>
          <a:p>
            <a:pPr indent="-457200" lvl="1" marL="462600" marR="0" rtl="0" algn="just">
              <a:lnSpc>
                <a:spcPct val="85000"/>
              </a:lnSpc>
              <a:spcBef>
                <a:spcPts val="6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Resultado</a:t>
            </a:r>
            <a:endParaRPr b="0" i="0" sz="3200" u="none" cap="none" strike="noStrike">
              <a:solidFill>
                <a:schemeClr val="dk1"/>
              </a:solidFill>
              <a:latin typeface="Calibri"/>
              <a:ea typeface="Calibri"/>
              <a:cs typeface="Calibri"/>
              <a:sym typeface="Calibri"/>
            </a:endParaRPr>
          </a:p>
          <a:p>
            <a:pPr indent="0" lvl="2" marL="1080" marR="0" rtl="0" algn="just">
              <a:lnSpc>
                <a:spcPct val="85000"/>
              </a:lnSpc>
              <a:spcBef>
                <a:spcPts val="601"/>
              </a:spcBef>
              <a:spcAft>
                <a:spcPts val="0"/>
              </a:spcAft>
              <a:buNone/>
            </a:pPr>
            <a:r>
              <a:rPr b="0" i="1" lang="es-AR" sz="3200" u="none" cap="none" strike="noStrike">
                <a:solidFill>
                  <a:schemeClr val="dk1"/>
                </a:solidFill>
                <a:latin typeface="Calibri"/>
                <a:ea typeface="Calibri"/>
                <a:cs typeface="Calibri"/>
                <a:sym typeface="Calibri"/>
              </a:rPr>
              <a:t>	</a:t>
            </a:r>
            <a:r>
              <a:rPr b="0" i="1" lang="es-AR" sz="2800" u="none" cap="none" strike="noStrike">
                <a:solidFill>
                  <a:schemeClr val="dk1"/>
                </a:solidFill>
                <a:latin typeface="Calibri"/>
                <a:ea typeface="Calibri"/>
                <a:cs typeface="Calibri"/>
                <a:sym typeface="Calibri"/>
              </a:rPr>
              <a:t>Productos, servicios o resultados únicos</a:t>
            </a:r>
            <a:endParaRPr b="0" i="0" sz="2800" u="none" cap="none" strike="noStrike">
              <a:solidFill>
                <a:schemeClr val="dk1"/>
              </a:solidFill>
              <a:latin typeface="Calibri"/>
              <a:ea typeface="Calibri"/>
              <a:cs typeface="Calibri"/>
              <a:sym typeface="Calibri"/>
            </a:endParaRPr>
          </a:p>
          <a:p>
            <a:pPr indent="-457200" lvl="1" marL="462600" marR="0" rtl="0" algn="just">
              <a:lnSpc>
                <a:spcPct val="85000"/>
              </a:lnSpc>
              <a:spcBef>
                <a:spcPts val="6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Elaboración gradual</a:t>
            </a:r>
            <a:endParaRPr b="0" i="0" sz="3200" u="none" cap="none" strike="noStrike">
              <a:solidFill>
                <a:schemeClr val="dk1"/>
              </a:solidFill>
              <a:latin typeface="Calibri"/>
              <a:ea typeface="Calibri"/>
              <a:cs typeface="Calibri"/>
              <a:sym typeface="Calibri"/>
            </a:endParaRPr>
          </a:p>
          <a:p>
            <a:pPr indent="0" lvl="2" marL="1080" marR="0" rtl="0" algn="just">
              <a:lnSpc>
                <a:spcPct val="85000"/>
              </a:lnSpc>
              <a:spcBef>
                <a:spcPts val="601"/>
              </a:spcBef>
              <a:spcAft>
                <a:spcPts val="0"/>
              </a:spcAft>
              <a:buNone/>
            </a:pPr>
            <a:r>
              <a:rPr b="0" i="1" lang="es-AR" sz="3200" u="none" cap="none" strike="noStrike">
                <a:solidFill>
                  <a:schemeClr val="dk1"/>
                </a:solidFill>
                <a:latin typeface="Calibri"/>
                <a:ea typeface="Calibri"/>
                <a:cs typeface="Calibri"/>
                <a:sym typeface="Calibri"/>
              </a:rPr>
              <a:t>	</a:t>
            </a:r>
            <a:r>
              <a:rPr b="0" i="1" lang="es-AR" sz="2800" u="none" cap="none" strike="noStrike">
                <a:solidFill>
                  <a:schemeClr val="dk1"/>
                </a:solidFill>
                <a:latin typeface="Calibri"/>
                <a:ea typeface="Calibri"/>
                <a:cs typeface="Calibri"/>
                <a:sym typeface="Calibri"/>
              </a:rPr>
              <a:t>Desarrollar en pasos e ir aumentando mediante incrementos</a:t>
            </a:r>
            <a:endParaRPr b="0" i="0" sz="2800" u="none" cap="none" strike="noStrike">
              <a:solidFill>
                <a:schemeClr val="dk1"/>
              </a:solidFill>
              <a:latin typeface="Calibri"/>
              <a:ea typeface="Calibri"/>
              <a:cs typeface="Calibri"/>
              <a:sym typeface="Calibri"/>
            </a:endParaRPr>
          </a:p>
        </p:txBody>
      </p:sp>
      <p:sp>
        <p:nvSpPr>
          <p:cNvPr id="485" name="Google Shape;485;p29"/>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Proyecto - Características</a:t>
            </a:r>
            <a:endParaRPr/>
          </a:p>
        </p:txBody>
      </p:sp>
      <p:sp>
        <p:nvSpPr>
          <p:cNvPr id="486" name="Google Shape;486;p29"/>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87" name="Google Shape;487;p29"/>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88" name="Google Shape;488;p29"/>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pic>
        <p:nvPicPr>
          <p:cNvPr descr="Diagrama&#10;&#10;El contenido generado por IA puede ser incorrecto." id="493" name="Google Shape;493;p30"/>
          <p:cNvPicPr preferRelativeResize="0"/>
          <p:nvPr/>
        </p:nvPicPr>
        <p:blipFill rotWithShape="1">
          <a:blip r:embed="rId3">
            <a:alphaModFix/>
          </a:blip>
          <a:srcRect b="11433" l="0" r="0" t="17057"/>
          <a:stretch/>
        </p:blipFill>
        <p:spPr>
          <a:xfrm>
            <a:off x="2445770" y="1827121"/>
            <a:ext cx="7278233" cy="4527463"/>
          </a:xfrm>
          <a:prstGeom prst="rect">
            <a:avLst/>
          </a:prstGeom>
          <a:noFill/>
          <a:ln>
            <a:noFill/>
          </a:ln>
        </p:spPr>
      </p:pic>
      <p:sp>
        <p:nvSpPr>
          <p:cNvPr id="494" name="Google Shape;494;p30"/>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sz="4100"/>
              <a:t>Las 4 P de la Gestión de Proyectos de Software</a:t>
            </a:r>
            <a:endParaRPr/>
          </a:p>
        </p:txBody>
      </p:sp>
      <p:sp>
        <p:nvSpPr>
          <p:cNvPr id="495" name="Google Shape;495;p30"/>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496" name="Google Shape;496;p30"/>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497" name="Google Shape;497;p30"/>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p31"/>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31"/>
          <p:cNvSpPr/>
          <p:nvPr/>
        </p:nvSpPr>
        <p:spPr>
          <a:xfrm>
            <a:off x="1054080" y="1961142"/>
            <a:ext cx="9774000"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457200" lvl="0" marL="457200" marR="0" rtl="0" algn="l">
              <a:lnSpc>
                <a:spcPct val="85000"/>
              </a:lnSpc>
              <a:spcBef>
                <a:spcPts val="0"/>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Incumplimiento de plazos</a:t>
            </a:r>
            <a:endParaRPr b="0" i="0" sz="3200" u="none" cap="none" strike="noStrike">
              <a:solidFill>
                <a:schemeClr val="dk1"/>
              </a:solidFill>
              <a:latin typeface="Arial"/>
              <a:ea typeface="Arial"/>
              <a:cs typeface="Arial"/>
              <a:sym typeface="Arial"/>
            </a:endParaRPr>
          </a:p>
          <a:p>
            <a:pPr indent="-457200" lvl="0" marL="457200" marR="0" rtl="0" algn="l">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Incremento de los costos </a:t>
            </a:r>
            <a:endParaRPr b="0" i="0" sz="3200" u="none" cap="none" strike="noStrike">
              <a:solidFill>
                <a:schemeClr val="dk1"/>
              </a:solidFill>
              <a:latin typeface="Arial"/>
              <a:ea typeface="Arial"/>
              <a:cs typeface="Arial"/>
              <a:sym typeface="Arial"/>
            </a:endParaRPr>
          </a:p>
          <a:p>
            <a:pPr indent="-457200" lvl="0" marL="457200" marR="0" rtl="0" algn="l">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Entrega de productos de mala calidad </a:t>
            </a:r>
            <a:endParaRPr b="0" i="0" sz="3200" u="none" cap="none" strike="noStrike">
              <a:solidFill>
                <a:schemeClr val="dk1"/>
              </a:solidFill>
              <a:latin typeface="Arial"/>
              <a:ea typeface="Arial"/>
              <a:cs typeface="Arial"/>
              <a:sym typeface="Arial"/>
            </a:endParaRPr>
          </a:p>
        </p:txBody>
      </p:sp>
      <p:sp>
        <p:nvSpPr>
          <p:cNvPr id="504" name="Google Shape;504;p31"/>
          <p:cNvSpPr/>
          <p:nvPr/>
        </p:nvSpPr>
        <p:spPr>
          <a:xfrm>
            <a:off x="2957759" y="4435920"/>
            <a:ext cx="1414800" cy="854640"/>
          </a:xfrm>
          <a:custGeom>
            <a:rect b="b" l="l" r="r" t="t"/>
            <a:pathLst>
              <a:path extrusionOk="0" h="2376" w="3932">
                <a:moveTo>
                  <a:pt x="0" y="593"/>
                </a:moveTo>
                <a:lnTo>
                  <a:pt x="2743" y="593"/>
                </a:lnTo>
                <a:lnTo>
                  <a:pt x="2743" y="0"/>
                </a:lnTo>
                <a:lnTo>
                  <a:pt x="3931" y="1187"/>
                </a:lnTo>
                <a:lnTo>
                  <a:pt x="2743" y="2375"/>
                </a:lnTo>
                <a:lnTo>
                  <a:pt x="2743" y="1781"/>
                </a:lnTo>
                <a:lnTo>
                  <a:pt x="0" y="1781"/>
                </a:lnTo>
                <a:lnTo>
                  <a:pt x="0" y="593"/>
                </a:lnTo>
              </a:path>
            </a:pathLst>
          </a:custGeom>
          <a:solidFill>
            <a:srgbClr val="DF695B"/>
          </a:solidFill>
          <a:ln cap="flat" cmpd="sng" w="12600">
            <a:solidFill>
              <a:srgbClr val="2F528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31"/>
          <p:cNvSpPr/>
          <p:nvPr/>
        </p:nvSpPr>
        <p:spPr>
          <a:xfrm>
            <a:off x="4600978" y="4605120"/>
            <a:ext cx="3350520" cy="51624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2800"/>
              <a:buFont typeface="Arial"/>
              <a:buNone/>
            </a:pPr>
            <a:r>
              <a:rPr b="0" i="0" lang="es-AR" sz="2800" u="none" cap="none" strike="noStrike">
                <a:solidFill>
                  <a:srgbClr val="000000"/>
                </a:solidFill>
                <a:latin typeface="Twentieth Century"/>
                <a:ea typeface="Twentieth Century"/>
                <a:cs typeface="Twentieth Century"/>
                <a:sym typeface="Twentieth Century"/>
              </a:rPr>
              <a:t>Perjuicio económico</a:t>
            </a:r>
            <a:endParaRPr b="0" i="0" sz="2800" u="none" cap="none" strike="noStrike">
              <a:solidFill>
                <a:srgbClr val="000000"/>
              </a:solidFill>
              <a:latin typeface="Arial"/>
              <a:ea typeface="Arial"/>
              <a:cs typeface="Arial"/>
              <a:sym typeface="Arial"/>
            </a:endParaRPr>
          </a:p>
        </p:txBody>
      </p:sp>
      <p:sp>
        <p:nvSpPr>
          <p:cNvPr id="506" name="Google Shape;506;p31"/>
          <p:cNvSpPr/>
          <p:nvPr/>
        </p:nvSpPr>
        <p:spPr>
          <a:xfrm>
            <a:off x="1676520" y="-56160"/>
            <a:ext cx="303120" cy="30312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31"/>
          <p:cNvSpPr/>
          <p:nvPr/>
        </p:nvSpPr>
        <p:spPr>
          <a:xfrm>
            <a:off x="1828800" y="95760"/>
            <a:ext cx="303120" cy="30312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8" name="Google Shape;508;p31"/>
          <p:cNvPicPr preferRelativeResize="0"/>
          <p:nvPr/>
        </p:nvPicPr>
        <p:blipFill rotWithShape="1">
          <a:blip r:embed="rId3">
            <a:alphaModFix/>
          </a:blip>
          <a:srcRect b="0" l="0" r="0" t="0"/>
          <a:stretch/>
        </p:blipFill>
        <p:spPr>
          <a:xfrm>
            <a:off x="7951498" y="3891198"/>
            <a:ext cx="2138040" cy="2128680"/>
          </a:xfrm>
          <a:prstGeom prst="rect">
            <a:avLst/>
          </a:prstGeom>
          <a:noFill/>
          <a:ln>
            <a:noFill/>
          </a:ln>
        </p:spPr>
      </p:pic>
      <p:sp>
        <p:nvSpPr>
          <p:cNvPr id="509" name="Google Shape;509;p31"/>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sz="4000"/>
              <a:t>Manifestación de una mala gestión de proyectos</a:t>
            </a:r>
            <a:endParaRPr/>
          </a:p>
        </p:txBody>
      </p:sp>
      <p:sp>
        <p:nvSpPr>
          <p:cNvPr id="510" name="Google Shape;510;p31"/>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11" name="Google Shape;511;p31"/>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512" name="Google Shape;512;p31"/>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6" name="Shape 516"/>
        <p:cNvGrpSpPr/>
        <p:nvPr/>
      </p:nvGrpSpPr>
      <p:grpSpPr>
        <a:xfrm>
          <a:off x="0" y="0"/>
          <a:ext cx="0" cy="0"/>
          <a:chOff x="0" y="0"/>
          <a:chExt cx="0" cy="0"/>
        </a:xfrm>
      </p:grpSpPr>
      <p:sp>
        <p:nvSpPr>
          <p:cNvPr id="517" name="Google Shape;517;p32"/>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8" name="Google Shape;518;p32"/>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32"/>
          <p:cNvSpPr/>
          <p:nvPr/>
        </p:nvSpPr>
        <p:spPr>
          <a:xfrm>
            <a:off x="919440" y="1933432"/>
            <a:ext cx="9774000"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457200" lvl="0" marL="457200" marR="0" rtl="0" algn="l">
              <a:lnSpc>
                <a:spcPct val="85000"/>
              </a:lnSpc>
              <a:spcBef>
                <a:spcPts val="0"/>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Métricas</a:t>
            </a:r>
            <a:endParaRPr b="0" i="0" sz="3200" u="none" cap="none" strike="noStrike">
              <a:solidFill>
                <a:schemeClr val="dk1"/>
              </a:solidFill>
              <a:latin typeface="Arial"/>
              <a:ea typeface="Arial"/>
              <a:cs typeface="Arial"/>
              <a:sym typeface="Arial"/>
            </a:endParaRPr>
          </a:p>
          <a:p>
            <a:pPr indent="-457200" lvl="0" marL="457200" marR="0" rtl="0" algn="l">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Estimaciones</a:t>
            </a:r>
            <a:endParaRPr b="0" i="0" sz="3200" u="none" cap="none" strike="noStrike">
              <a:solidFill>
                <a:schemeClr val="dk1"/>
              </a:solidFill>
              <a:latin typeface="Arial"/>
              <a:ea typeface="Arial"/>
              <a:cs typeface="Arial"/>
              <a:sym typeface="Arial"/>
            </a:endParaRPr>
          </a:p>
          <a:p>
            <a:pPr indent="-457200" lvl="0" marL="457200" marR="0" rtl="0" algn="l">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Calendario temporal</a:t>
            </a:r>
            <a:endParaRPr b="0" i="0" sz="3200" u="none" cap="none" strike="noStrike">
              <a:solidFill>
                <a:schemeClr val="dk1"/>
              </a:solidFill>
              <a:latin typeface="Arial"/>
              <a:ea typeface="Arial"/>
              <a:cs typeface="Arial"/>
              <a:sym typeface="Arial"/>
            </a:endParaRPr>
          </a:p>
          <a:p>
            <a:pPr indent="-457200" lvl="0" marL="457200" marR="0" rtl="0" algn="l">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Organización del personal</a:t>
            </a:r>
            <a:endParaRPr b="0" i="0" sz="3200" u="none" cap="none" strike="noStrike">
              <a:solidFill>
                <a:schemeClr val="dk1"/>
              </a:solidFill>
              <a:latin typeface="Arial"/>
              <a:ea typeface="Arial"/>
              <a:cs typeface="Arial"/>
              <a:sym typeface="Arial"/>
            </a:endParaRPr>
          </a:p>
          <a:p>
            <a:pPr indent="-457200" lvl="0" marL="457200" marR="0" rtl="0" algn="l">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Análisis de riesgos</a:t>
            </a:r>
            <a:endParaRPr b="0" i="0" sz="3200" u="none" cap="none" strike="noStrike">
              <a:solidFill>
                <a:schemeClr val="dk1"/>
              </a:solidFill>
              <a:latin typeface="Arial"/>
              <a:ea typeface="Arial"/>
              <a:cs typeface="Arial"/>
              <a:sym typeface="Arial"/>
            </a:endParaRPr>
          </a:p>
          <a:p>
            <a:pPr indent="-457200" lvl="0" marL="457200" marR="0" rtl="0" algn="l">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Seguimiento y control</a:t>
            </a:r>
            <a:endParaRPr b="0" i="0" sz="3200" u="none" cap="none" strike="noStrike">
              <a:solidFill>
                <a:schemeClr val="dk1"/>
              </a:solidFill>
              <a:latin typeface="Arial"/>
              <a:ea typeface="Arial"/>
              <a:cs typeface="Arial"/>
              <a:sym typeface="Arial"/>
            </a:endParaRPr>
          </a:p>
          <a:p>
            <a:pPr indent="0" lvl="0" marL="0" marR="0" rtl="0" algn="l">
              <a:lnSpc>
                <a:spcPct val="85000"/>
              </a:lnSpc>
              <a:spcBef>
                <a:spcPts val="1301"/>
              </a:spcBef>
              <a:spcAft>
                <a:spcPts val="0"/>
              </a:spcAft>
              <a:buClr>
                <a:srgbClr val="000000"/>
              </a:buClr>
              <a:buSzPts val="3200"/>
              <a:buFont typeface="Arial"/>
              <a:buNone/>
            </a:pPr>
            <a:r>
              <a:t/>
            </a:r>
            <a:endParaRPr b="0" i="0" sz="3200" u="none" cap="none" strike="noStrike">
              <a:solidFill>
                <a:schemeClr val="dk1"/>
              </a:solidFill>
              <a:latin typeface="Arial"/>
              <a:ea typeface="Arial"/>
              <a:cs typeface="Arial"/>
              <a:sym typeface="Arial"/>
            </a:endParaRPr>
          </a:p>
        </p:txBody>
      </p:sp>
      <p:sp>
        <p:nvSpPr>
          <p:cNvPr id="520" name="Google Shape;520;p32"/>
          <p:cNvSpPr/>
          <p:nvPr/>
        </p:nvSpPr>
        <p:spPr>
          <a:xfrm>
            <a:off x="1216561" y="5647304"/>
            <a:ext cx="10290418" cy="910826"/>
          </a:xfrm>
          <a:custGeom>
            <a:rect b="b" l="l" r="r" t="t"/>
            <a:pathLst>
              <a:path extrusionOk="0" h="21600" w="21600">
                <a:moveTo>
                  <a:pt x="0" y="0"/>
                </a:moveTo>
                <a:lnTo>
                  <a:pt x="21600" y="0"/>
                </a:lnTo>
                <a:lnTo>
                  <a:pt x="21600" y="21600"/>
                </a:lnTo>
                <a:lnTo>
                  <a:pt x="0" y="21600"/>
                </a:lnTo>
                <a:close/>
              </a:path>
            </a:pathLst>
          </a:custGeom>
          <a:noFill/>
          <a:ln>
            <a:noFill/>
          </a:ln>
        </p:spPr>
        <p:txBody>
          <a:bodyPr anchorCtr="1" anchor="t"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3200"/>
              <a:buFont typeface="Arial"/>
              <a:buNone/>
            </a:pPr>
            <a:r>
              <a:rPr b="0" i="1" lang="es-AR" sz="3200" u="none" cap="none" strike="noStrike">
                <a:solidFill>
                  <a:srgbClr val="000000"/>
                </a:solidFill>
                <a:latin typeface="Calibri"/>
                <a:ea typeface="Calibri"/>
                <a:cs typeface="Calibri"/>
                <a:sym typeface="Calibri"/>
              </a:rPr>
              <a:t> La gestión de proyectos cubre todo el proceso de desarrollo</a:t>
            </a:r>
            <a:r>
              <a:rPr b="1" i="0" lang="es-AR" sz="3200" u="none" cap="none" strike="noStrike">
                <a:solidFill>
                  <a:srgbClr val="000000"/>
                </a:solidFill>
                <a:latin typeface="Calibri"/>
                <a:ea typeface="Calibri"/>
                <a:cs typeface="Calibri"/>
                <a:sym typeface="Calibri"/>
              </a:rPr>
              <a:t>  </a:t>
            </a:r>
            <a:endParaRPr b="0" i="0" sz="3200" u="none" cap="none" strike="noStrike">
              <a:solidFill>
                <a:srgbClr val="000000"/>
              </a:solidFill>
              <a:latin typeface="Calibri"/>
              <a:ea typeface="Calibri"/>
              <a:cs typeface="Calibri"/>
              <a:sym typeface="Calibri"/>
            </a:endParaRPr>
          </a:p>
        </p:txBody>
      </p:sp>
      <p:sp>
        <p:nvSpPr>
          <p:cNvPr id="521" name="Google Shape;521;p32"/>
          <p:cNvSpPr/>
          <p:nvPr/>
        </p:nvSpPr>
        <p:spPr>
          <a:xfrm>
            <a:off x="6361770" y="3222216"/>
            <a:ext cx="3374020" cy="5770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000000"/>
              </a:buClr>
              <a:buSzPts val="3200"/>
              <a:buFont typeface="Arial"/>
              <a:buNone/>
            </a:pPr>
            <a:r>
              <a:rPr b="0" i="0" lang="es-AR" sz="3200" u="none" cap="none" strike="noStrike">
                <a:solidFill>
                  <a:srgbClr val="000000"/>
                </a:solidFill>
                <a:latin typeface="Twentieth Century"/>
                <a:ea typeface="Twentieth Century"/>
                <a:cs typeface="Twentieth Century"/>
                <a:sym typeface="Twentieth Century"/>
              </a:rPr>
              <a:t>PLANIFICACIÓN</a:t>
            </a:r>
            <a:endParaRPr b="0" i="0" sz="3200" u="none" cap="none" strike="noStrike">
              <a:solidFill>
                <a:srgbClr val="000000"/>
              </a:solidFill>
              <a:latin typeface="Arial"/>
              <a:ea typeface="Arial"/>
              <a:cs typeface="Arial"/>
              <a:sym typeface="Arial"/>
            </a:endParaRPr>
          </a:p>
        </p:txBody>
      </p:sp>
      <p:sp>
        <p:nvSpPr>
          <p:cNvPr id="522" name="Google Shape;522;p32"/>
          <p:cNvSpPr/>
          <p:nvPr/>
        </p:nvSpPr>
        <p:spPr>
          <a:xfrm>
            <a:off x="6000724" y="2853026"/>
            <a:ext cx="278447" cy="1316520"/>
          </a:xfrm>
          <a:prstGeom prst="rightBrace">
            <a:avLst>
              <a:gd fmla="val 8333" name="adj1"/>
              <a:gd fmla="val 50000" name="adj2"/>
            </a:avLst>
          </a:prstGeom>
          <a:noFill/>
          <a:ln cap="flat" cmpd="sng" w="285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523" name="Google Shape;523;p32"/>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Elementos clave de la gestión de proyectos</a:t>
            </a:r>
            <a:endParaRPr/>
          </a:p>
        </p:txBody>
      </p:sp>
      <p:sp>
        <p:nvSpPr>
          <p:cNvPr id="524" name="Google Shape;524;p32"/>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25" name="Google Shape;525;p32"/>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526" name="Google Shape;526;p32"/>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1" name="Shape 531"/>
        <p:cNvGrpSpPr/>
        <p:nvPr/>
      </p:nvGrpSpPr>
      <p:grpSpPr>
        <a:xfrm>
          <a:off x="0" y="0"/>
          <a:ext cx="0" cy="0"/>
          <a:chOff x="0" y="0"/>
          <a:chExt cx="0" cy="0"/>
        </a:xfrm>
      </p:grpSpPr>
      <p:sp>
        <p:nvSpPr>
          <p:cNvPr id="532" name="Google Shape;532;p33"/>
          <p:cNvSpPr/>
          <p:nvPr/>
        </p:nvSpPr>
        <p:spPr>
          <a:xfrm>
            <a:off x="652680" y="4718880"/>
            <a:ext cx="9211320" cy="53136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33"/>
          <p:cNvSpPr/>
          <p:nvPr/>
        </p:nvSpPr>
        <p:spPr>
          <a:xfrm>
            <a:off x="9249120" y="2863800"/>
            <a:ext cx="2919600" cy="139356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4" name="Google Shape;534;p33"/>
          <p:cNvPicPr preferRelativeResize="0"/>
          <p:nvPr/>
        </p:nvPicPr>
        <p:blipFill rotWithShape="1">
          <a:blip r:embed="rId3">
            <a:alphaModFix/>
          </a:blip>
          <a:srcRect b="0" l="1970" r="1969" t="0"/>
          <a:stretch/>
        </p:blipFill>
        <p:spPr>
          <a:xfrm>
            <a:off x="7952014" y="3902529"/>
            <a:ext cx="3915429" cy="2687133"/>
          </a:xfrm>
          <a:prstGeom prst="rect">
            <a:avLst/>
          </a:prstGeom>
          <a:noFill/>
          <a:ln>
            <a:noFill/>
          </a:ln>
        </p:spPr>
      </p:pic>
      <p:sp>
        <p:nvSpPr>
          <p:cNvPr id="535" name="Google Shape;535;p33"/>
          <p:cNvSpPr txBox="1"/>
          <p:nvPr>
            <p:ph type="title"/>
          </p:nvPr>
        </p:nvSpPr>
        <p:spPr>
          <a:xfrm>
            <a:off x="456367" y="608530"/>
            <a:ext cx="3194566" cy="2340504"/>
          </a:xfrm>
          <a:prstGeom prst="rect">
            <a:avLst/>
          </a:prstGeom>
          <a:noFill/>
          <a:ln>
            <a:noFill/>
          </a:ln>
        </p:spPr>
        <p:txBody>
          <a:bodyPr anchorCtr="0" anchor="b" bIns="45700" lIns="91425" spcFirstLastPara="1" rIns="91425" wrap="square" tIns="45700">
            <a:normAutofit/>
          </a:bodyPr>
          <a:lstStyle/>
          <a:p>
            <a:pPr indent="0" lvl="0" marL="0" rtl="0" algn="l">
              <a:lnSpc>
                <a:spcPct val="85000"/>
              </a:lnSpc>
              <a:spcBef>
                <a:spcPts val="0"/>
              </a:spcBef>
              <a:spcAft>
                <a:spcPts val="0"/>
              </a:spcAft>
              <a:buNone/>
            </a:pPr>
            <a:r>
              <a:rPr lang="es-AR"/>
              <a:t>Gestión de Proyectos</a:t>
            </a:r>
            <a:endParaRPr/>
          </a:p>
        </p:txBody>
      </p:sp>
      <p:sp>
        <p:nvSpPr>
          <p:cNvPr id="536" name="Google Shape;536;p33"/>
          <p:cNvSpPr txBox="1"/>
          <p:nvPr>
            <p:ph idx="1" type="body"/>
          </p:nvPr>
        </p:nvSpPr>
        <p:spPr>
          <a:xfrm>
            <a:off x="4791849" y="748961"/>
            <a:ext cx="6480405" cy="5383160"/>
          </a:xfrm>
          <a:prstGeom prst="rect">
            <a:avLst/>
          </a:prstGeom>
          <a:noFill/>
          <a:ln>
            <a:noFill/>
          </a:ln>
        </p:spPr>
        <p:txBody>
          <a:bodyPr anchorCtr="0" anchor="t" bIns="45700" lIns="0" spcFirstLastPara="1" rIns="0" wrap="square" tIns="45700">
            <a:noAutofit/>
          </a:bodyPr>
          <a:lstStyle/>
          <a:p>
            <a:pPr indent="0" lvl="0" marL="0" rtl="0" algn="l">
              <a:lnSpc>
                <a:spcPct val="85000"/>
              </a:lnSpc>
              <a:spcBef>
                <a:spcPts val="0"/>
              </a:spcBef>
              <a:spcAft>
                <a:spcPts val="0"/>
              </a:spcAft>
              <a:buClr>
                <a:srgbClr val="C00000"/>
              </a:buClr>
              <a:buSzPts val="3200"/>
              <a:buNone/>
            </a:pPr>
            <a:r>
              <a:rPr lang="es-AR" sz="3200">
                <a:solidFill>
                  <a:schemeClr val="dk1"/>
                </a:solidFill>
              </a:rPr>
              <a:t>La planificación especifica:</a:t>
            </a:r>
            <a:endParaRPr sz="3200">
              <a:solidFill>
                <a:schemeClr val="dk1"/>
              </a:solidFill>
              <a:latin typeface="Arial"/>
              <a:ea typeface="Arial"/>
              <a:cs typeface="Arial"/>
              <a:sym typeface="Arial"/>
            </a:endParaRPr>
          </a:p>
          <a:p>
            <a:pPr indent="-512279" lvl="1" marL="837000" rtl="0" algn="l">
              <a:lnSpc>
                <a:spcPct val="85000"/>
              </a:lnSpc>
              <a:spcBef>
                <a:spcPts val="601"/>
              </a:spcBef>
              <a:spcAft>
                <a:spcPts val="0"/>
              </a:spcAft>
              <a:buClr>
                <a:srgbClr val="262626"/>
              </a:buClr>
              <a:buSzPts val="2800"/>
              <a:buFont typeface="Noto Sans Symbols"/>
              <a:buAutoNum type="arabicPeriod"/>
            </a:pPr>
            <a:r>
              <a:rPr lang="es-AR" sz="2800">
                <a:solidFill>
                  <a:schemeClr val="dk1"/>
                </a:solidFill>
              </a:rPr>
              <a:t>qué debe hacerse, </a:t>
            </a:r>
            <a:endParaRPr sz="2800">
              <a:solidFill>
                <a:schemeClr val="dk1"/>
              </a:solidFill>
              <a:latin typeface="Arial"/>
              <a:ea typeface="Arial"/>
              <a:cs typeface="Arial"/>
              <a:sym typeface="Arial"/>
            </a:endParaRPr>
          </a:p>
          <a:p>
            <a:pPr indent="-512279" lvl="1" marL="837000" rtl="0" algn="l">
              <a:lnSpc>
                <a:spcPct val="85000"/>
              </a:lnSpc>
              <a:spcBef>
                <a:spcPts val="601"/>
              </a:spcBef>
              <a:spcAft>
                <a:spcPts val="0"/>
              </a:spcAft>
              <a:buClr>
                <a:srgbClr val="262626"/>
              </a:buClr>
              <a:buSzPts val="2800"/>
              <a:buFont typeface="Noto Sans Symbols"/>
              <a:buAutoNum type="arabicPeriod"/>
            </a:pPr>
            <a:r>
              <a:rPr lang="es-AR" sz="2800">
                <a:solidFill>
                  <a:schemeClr val="dk1"/>
                </a:solidFill>
              </a:rPr>
              <a:t>con qué recursos </a:t>
            </a:r>
            <a:endParaRPr sz="2800">
              <a:solidFill>
                <a:schemeClr val="dk1"/>
              </a:solidFill>
              <a:latin typeface="Arial"/>
              <a:ea typeface="Arial"/>
              <a:cs typeface="Arial"/>
              <a:sym typeface="Arial"/>
            </a:endParaRPr>
          </a:p>
          <a:p>
            <a:pPr indent="-512279" lvl="1" marL="837000" rtl="0" algn="l">
              <a:lnSpc>
                <a:spcPct val="85000"/>
              </a:lnSpc>
              <a:spcBef>
                <a:spcPts val="601"/>
              </a:spcBef>
              <a:spcAft>
                <a:spcPts val="0"/>
              </a:spcAft>
              <a:buClr>
                <a:srgbClr val="262626"/>
              </a:buClr>
              <a:buSzPts val="2800"/>
              <a:buFont typeface="Noto Sans Symbols"/>
              <a:buAutoNum type="arabicPeriod"/>
            </a:pPr>
            <a:r>
              <a:rPr lang="es-AR" sz="2800">
                <a:solidFill>
                  <a:schemeClr val="dk1"/>
                </a:solidFill>
              </a:rPr>
              <a:t>y en qué orden.</a:t>
            </a:r>
            <a:endParaRPr/>
          </a:p>
          <a:p>
            <a:pPr indent="0" lvl="1" marL="324721" rtl="0" algn="l">
              <a:lnSpc>
                <a:spcPct val="85000"/>
              </a:lnSpc>
              <a:spcBef>
                <a:spcPts val="601"/>
              </a:spcBef>
              <a:spcAft>
                <a:spcPts val="0"/>
              </a:spcAft>
              <a:buClr>
                <a:srgbClr val="262626"/>
              </a:buClr>
              <a:buSzPts val="3200"/>
              <a:buNone/>
            </a:pPr>
            <a:r>
              <a:rPr lang="es-AR" sz="3200">
                <a:solidFill>
                  <a:schemeClr val="dk1"/>
                </a:solidFill>
              </a:rPr>
              <a:t> </a:t>
            </a:r>
            <a:endParaRPr sz="3200">
              <a:solidFill>
                <a:schemeClr val="dk1"/>
              </a:solidFill>
              <a:latin typeface="Arial"/>
              <a:ea typeface="Arial"/>
              <a:cs typeface="Arial"/>
              <a:sym typeface="Arial"/>
            </a:endParaRPr>
          </a:p>
          <a:p>
            <a:pPr indent="0" lvl="0" marL="0" rtl="0" algn="l">
              <a:lnSpc>
                <a:spcPct val="85000"/>
              </a:lnSpc>
              <a:spcBef>
                <a:spcPts val="1301"/>
              </a:spcBef>
              <a:spcAft>
                <a:spcPts val="0"/>
              </a:spcAft>
              <a:buClr>
                <a:srgbClr val="000000"/>
              </a:buClr>
              <a:buSzPts val="3200"/>
              <a:buNone/>
            </a:pPr>
            <a:r>
              <a:rPr lang="es-AR" sz="3200">
                <a:solidFill>
                  <a:schemeClr val="dk1"/>
                </a:solidFill>
              </a:rPr>
              <a:t> Establece una secuencia operativa.</a:t>
            </a:r>
            <a:endParaRPr sz="3200">
              <a:solidFill>
                <a:schemeClr val="dk1"/>
              </a:solidFill>
              <a:latin typeface="Arial"/>
              <a:ea typeface="Arial"/>
              <a:cs typeface="Arial"/>
              <a:sym typeface="Arial"/>
            </a:endParaRPr>
          </a:p>
          <a:p>
            <a:pPr indent="0" lvl="0" marL="90325" rtl="0" algn="l">
              <a:lnSpc>
                <a:spcPct val="90000"/>
              </a:lnSpc>
              <a:spcBef>
                <a:spcPts val="1198"/>
              </a:spcBef>
              <a:spcAft>
                <a:spcPts val="0"/>
              </a:spcAft>
              <a:buSzPts val="1996"/>
              <a:buNone/>
            </a:pPr>
            <a:r>
              <a:t/>
            </a:r>
            <a:endParaRPr>
              <a:solidFill>
                <a:schemeClr val="dk1"/>
              </a:solidFill>
            </a:endParaRPr>
          </a:p>
        </p:txBody>
      </p:sp>
      <p:sp>
        <p:nvSpPr>
          <p:cNvPr id="537" name="Google Shape;537;p33"/>
          <p:cNvSpPr txBox="1"/>
          <p:nvPr>
            <p:ph idx="2" type="body"/>
          </p:nvPr>
        </p:nvSpPr>
        <p:spPr>
          <a:xfrm>
            <a:off x="456367" y="2995846"/>
            <a:ext cx="3194566" cy="345969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400"/>
              <a:buNone/>
            </a:pPr>
            <a:r>
              <a:rPr lang="es-AR"/>
              <a:t>Planificación</a:t>
            </a:r>
            <a:endParaRPr/>
          </a:p>
          <a:p>
            <a:pPr indent="0" lvl="0" marL="0" rtl="0" algn="l">
              <a:lnSpc>
                <a:spcPct val="90000"/>
              </a:lnSpc>
              <a:spcBef>
                <a:spcPts val="1398"/>
              </a:spcBef>
              <a:spcAft>
                <a:spcPts val="0"/>
              </a:spcAft>
              <a:buSzPts val="1497"/>
              <a:buNone/>
            </a:pPr>
            <a:r>
              <a:t/>
            </a:r>
            <a:endParaRPr/>
          </a:p>
        </p:txBody>
      </p:sp>
      <p:sp>
        <p:nvSpPr>
          <p:cNvPr id="538" name="Google Shape;538;p33"/>
          <p:cNvSpPr txBox="1"/>
          <p:nvPr>
            <p:ph idx="10" type="dt"/>
          </p:nvPr>
        </p:nvSpPr>
        <p:spPr>
          <a:xfrm>
            <a:off x="464291" y="6613551"/>
            <a:ext cx="2614600"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39" name="Google Shape;539;p33"/>
          <p:cNvSpPr txBox="1"/>
          <p:nvPr>
            <p:ph idx="11" type="ftr"/>
          </p:nvPr>
        </p:nvSpPr>
        <p:spPr>
          <a:xfrm>
            <a:off x="4791849" y="6613551"/>
            <a:ext cx="4639727"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INGENIERÍA DE SOFTWARE II</a:t>
            </a:r>
            <a:endParaRPr/>
          </a:p>
        </p:txBody>
      </p:sp>
      <p:sp>
        <p:nvSpPr>
          <p:cNvPr id="540" name="Google Shape;540;p33"/>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4" name="Shape 544"/>
        <p:cNvGrpSpPr/>
        <p:nvPr/>
      </p:nvGrpSpPr>
      <p:grpSpPr>
        <a:xfrm>
          <a:off x="0" y="0"/>
          <a:ext cx="0" cy="0"/>
          <a:chOff x="0" y="0"/>
          <a:chExt cx="0" cy="0"/>
        </a:xfrm>
      </p:grpSpPr>
      <p:sp>
        <p:nvSpPr>
          <p:cNvPr id="545" name="Google Shape;545;p35"/>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35"/>
          <p:cNvSpPr/>
          <p:nvPr/>
        </p:nvSpPr>
        <p:spPr>
          <a:xfrm>
            <a:off x="920147" y="1856160"/>
            <a:ext cx="10428210"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85000"/>
              </a:lnSpc>
              <a:spcBef>
                <a:spcPts val="0"/>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El personal que trabaja en una organización de software es el activo más grande, representa el capital intelectual.</a:t>
            </a:r>
            <a:endParaRPr b="0" i="0" sz="3200" u="none" cap="none" strike="noStrike">
              <a:solidFill>
                <a:schemeClr val="dk1"/>
              </a:solidFill>
              <a:latin typeface="Arial"/>
              <a:ea typeface="Arial"/>
              <a:cs typeface="Arial"/>
              <a:sym typeface="Arial"/>
            </a:endParaRPr>
          </a:p>
          <a:p>
            <a:pPr indent="-538163" lvl="0" marL="538163" marR="0" rtl="0" algn="just">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Una mala administración del personal es uno de los factores principales para el fracaso de los proyectos</a:t>
            </a:r>
            <a:endParaRPr b="0" i="0" sz="3200" u="none" cap="none" strike="noStrike">
              <a:solidFill>
                <a:schemeClr val="dk1"/>
              </a:solidFill>
              <a:latin typeface="Arial"/>
              <a:ea typeface="Arial"/>
              <a:cs typeface="Arial"/>
              <a:sym typeface="Arial"/>
            </a:endParaRPr>
          </a:p>
          <a:p>
            <a:pPr indent="-538163" lvl="0" marL="538163" marR="0" rtl="0" algn="just">
              <a:lnSpc>
                <a:spcPct val="85000"/>
              </a:lnSpc>
              <a:spcBef>
                <a:spcPts val="1301"/>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Debido a su importancia, se creó el Modelo de madurez de capacidades de personal (P-CMM). </a:t>
            </a:r>
            <a:endParaRPr/>
          </a:p>
          <a:p>
            <a:pPr indent="0" lvl="4" marL="538163" marR="0" rtl="0" algn="just">
              <a:lnSpc>
                <a:spcPct val="85000"/>
              </a:lnSpc>
              <a:spcBef>
                <a:spcPts val="1301"/>
              </a:spcBef>
              <a:spcAft>
                <a:spcPts val="0"/>
              </a:spcAft>
              <a:buNone/>
            </a:pPr>
            <a:r>
              <a:rPr b="0" i="0" lang="es-AR" sz="2800" u="none" cap="none" strike="noStrike">
                <a:solidFill>
                  <a:schemeClr val="dk1"/>
                </a:solidFill>
                <a:latin typeface="Calibri"/>
                <a:ea typeface="Calibri"/>
                <a:cs typeface="Calibri"/>
                <a:sym typeface="Calibri"/>
              </a:rPr>
              <a:t>Se reconoce que toda organización debe mejorar de manera continua su habilidad de atraer, desarrollar, motivar, organizar y conservar el personal.</a:t>
            </a:r>
            <a:endParaRPr b="0" i="0" sz="3200" u="none" cap="none" strike="noStrike">
              <a:solidFill>
                <a:schemeClr val="dk1"/>
              </a:solidFill>
              <a:latin typeface="Arial"/>
              <a:ea typeface="Arial"/>
              <a:cs typeface="Arial"/>
              <a:sym typeface="Arial"/>
            </a:endParaRPr>
          </a:p>
          <a:p>
            <a:pPr indent="-190500" lvl="0" marL="342900" marR="0" rtl="0" algn="l">
              <a:lnSpc>
                <a:spcPct val="85000"/>
              </a:lnSpc>
              <a:spcBef>
                <a:spcPts val="1301"/>
              </a:spcBef>
              <a:spcAft>
                <a:spcPts val="0"/>
              </a:spcAft>
              <a:buClr>
                <a:srgbClr val="000000"/>
              </a:buClr>
              <a:buSzPts val="2400"/>
              <a:buFont typeface="Noto Sans Symbols"/>
              <a:buNone/>
            </a:pPr>
            <a:r>
              <a:t/>
            </a:r>
            <a:endParaRPr b="0" i="0" sz="3200" u="none" cap="none" strike="noStrike">
              <a:solidFill>
                <a:schemeClr val="dk1"/>
              </a:solidFill>
              <a:latin typeface="Arial"/>
              <a:ea typeface="Arial"/>
              <a:cs typeface="Arial"/>
              <a:sym typeface="Arial"/>
            </a:endParaRPr>
          </a:p>
        </p:txBody>
      </p:sp>
      <p:sp>
        <p:nvSpPr>
          <p:cNvPr id="547" name="Google Shape;547;p35"/>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Planificación organizativa</a:t>
            </a:r>
            <a:endParaRPr/>
          </a:p>
        </p:txBody>
      </p:sp>
      <p:sp>
        <p:nvSpPr>
          <p:cNvPr id="548" name="Google Shape;548;p35"/>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49" name="Google Shape;549;p35"/>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550" name="Google Shape;550;p35"/>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4" name="Shape 554"/>
        <p:cNvGrpSpPr/>
        <p:nvPr/>
      </p:nvGrpSpPr>
      <p:grpSpPr>
        <a:xfrm>
          <a:off x="0" y="0"/>
          <a:ext cx="0" cy="0"/>
          <a:chOff x="0" y="0"/>
          <a:chExt cx="0" cy="0"/>
        </a:xfrm>
      </p:grpSpPr>
      <p:sp>
        <p:nvSpPr>
          <p:cNvPr id="555" name="Google Shape;555;p139"/>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39"/>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39"/>
          <p:cNvSpPr/>
          <p:nvPr/>
        </p:nvSpPr>
        <p:spPr>
          <a:xfrm>
            <a:off x="936476" y="1856160"/>
            <a:ext cx="10428210"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85000"/>
              </a:lnSpc>
              <a:spcBef>
                <a:spcPts val="0"/>
              </a:spcBef>
              <a:spcAft>
                <a:spcPts val="0"/>
              </a:spcAft>
              <a:buClr>
                <a:srgbClr val="C00000"/>
              </a:buClr>
              <a:buSzPts val="3200"/>
              <a:buFont typeface="Noto Sans Symbols"/>
              <a:buChar char="❖"/>
            </a:pPr>
            <a:r>
              <a:rPr b="0" i="0" lang="es-AR" sz="3200" u="none" cap="none" strike="noStrike">
                <a:solidFill>
                  <a:schemeClr val="dk1"/>
                </a:solidFill>
                <a:latin typeface="Calibri"/>
                <a:ea typeface="Calibri"/>
                <a:cs typeface="Calibri"/>
                <a:sym typeface="Calibri"/>
              </a:rPr>
              <a:t>Participantes:</a:t>
            </a:r>
            <a:endParaRPr/>
          </a:p>
          <a:p>
            <a:pPr indent="-341280" lvl="2" marL="803160" marR="0" rtl="0" algn="l">
              <a:lnSpc>
                <a:spcPct val="85000"/>
              </a:lnSpc>
              <a:spcBef>
                <a:spcPts val="601"/>
              </a:spcBef>
              <a:spcAft>
                <a:spcPts val="0"/>
              </a:spcAft>
              <a:buClr>
                <a:srgbClr val="262626"/>
              </a:buClr>
              <a:buSzPts val="2400"/>
              <a:buFont typeface="Arial"/>
              <a:buChar char=" "/>
            </a:pPr>
            <a:r>
              <a:rPr b="0" i="0" lang="es-AR" sz="2800" u="none" cap="none" strike="noStrike">
                <a:solidFill>
                  <a:schemeClr val="dk1"/>
                </a:solidFill>
                <a:latin typeface="Calibri"/>
                <a:ea typeface="Calibri"/>
                <a:cs typeface="Calibri"/>
                <a:sym typeface="Calibri"/>
              </a:rPr>
              <a:t>Gerentes ejecutivos (dueños del producto)</a:t>
            </a:r>
            <a:endParaRPr b="0" i="0" sz="2800" u="none" cap="none" strike="noStrike">
              <a:solidFill>
                <a:schemeClr val="dk1"/>
              </a:solidFill>
              <a:latin typeface="Calibri"/>
              <a:ea typeface="Calibri"/>
              <a:cs typeface="Calibri"/>
              <a:sym typeface="Calibri"/>
            </a:endParaRPr>
          </a:p>
          <a:p>
            <a:pPr indent="-546479" lvl="3" marL="1004040" marR="0" rtl="0" algn="l">
              <a:lnSpc>
                <a:spcPct val="85000"/>
              </a:lnSpc>
              <a:spcBef>
                <a:spcPts val="601"/>
              </a:spcBef>
              <a:spcAft>
                <a:spcPts val="0"/>
              </a:spcAft>
              <a:buClr>
                <a:srgbClr val="262626"/>
              </a:buClr>
              <a:buSzPts val="2000"/>
              <a:buFont typeface="Arial"/>
              <a:buChar char=" "/>
            </a:pPr>
            <a:r>
              <a:rPr b="0" i="1" lang="es-AR" sz="2400" u="none" cap="none" strike="noStrike">
                <a:solidFill>
                  <a:schemeClr val="dk1"/>
                </a:solidFill>
                <a:latin typeface="Calibri"/>
                <a:ea typeface="Calibri"/>
                <a:cs typeface="Calibri"/>
                <a:sym typeface="Calibri"/>
              </a:rPr>
              <a:t>Definen los temas empresariales </a:t>
            </a:r>
            <a:endParaRPr b="0" i="0" sz="2400" u="none" cap="none" strike="noStrike">
              <a:solidFill>
                <a:schemeClr val="dk1"/>
              </a:solidFill>
              <a:latin typeface="Calibri"/>
              <a:ea typeface="Calibri"/>
              <a:cs typeface="Calibri"/>
              <a:sym typeface="Calibri"/>
            </a:endParaRPr>
          </a:p>
          <a:p>
            <a:pPr indent="-341280" lvl="2" marL="803160" marR="0" rtl="0" algn="l">
              <a:lnSpc>
                <a:spcPct val="85000"/>
              </a:lnSpc>
              <a:spcBef>
                <a:spcPts val="601"/>
              </a:spcBef>
              <a:spcAft>
                <a:spcPts val="0"/>
              </a:spcAft>
              <a:buClr>
                <a:srgbClr val="262626"/>
              </a:buClr>
              <a:buSzPts val="2400"/>
              <a:buFont typeface="Arial"/>
              <a:buChar char=" "/>
            </a:pPr>
            <a:r>
              <a:rPr b="0" i="0" lang="es-AR" sz="2800" u="none" cap="none" strike="noStrike">
                <a:solidFill>
                  <a:schemeClr val="dk1"/>
                </a:solidFill>
                <a:latin typeface="Calibri"/>
                <a:ea typeface="Calibri"/>
                <a:cs typeface="Calibri"/>
                <a:sym typeface="Calibri"/>
              </a:rPr>
              <a:t>Gerentes de proyecto  (líderes de equipo)</a:t>
            </a:r>
            <a:endParaRPr b="0" i="0" sz="2800" u="none" cap="none" strike="noStrike">
              <a:solidFill>
                <a:schemeClr val="dk1"/>
              </a:solidFill>
              <a:latin typeface="Calibri"/>
              <a:ea typeface="Calibri"/>
              <a:cs typeface="Calibri"/>
              <a:sym typeface="Calibri"/>
            </a:endParaRPr>
          </a:p>
          <a:p>
            <a:pPr indent="-546479" lvl="3" marL="1004040" marR="0" rtl="0" algn="l">
              <a:lnSpc>
                <a:spcPct val="85000"/>
              </a:lnSpc>
              <a:spcBef>
                <a:spcPts val="601"/>
              </a:spcBef>
              <a:spcAft>
                <a:spcPts val="0"/>
              </a:spcAft>
              <a:buClr>
                <a:srgbClr val="262626"/>
              </a:buClr>
              <a:buSzPts val="2000"/>
              <a:buFont typeface="Arial"/>
              <a:buChar char=" "/>
            </a:pPr>
            <a:r>
              <a:rPr b="0" i="1" lang="es-AR" sz="2400" u="none" cap="none" strike="noStrike">
                <a:solidFill>
                  <a:schemeClr val="dk1"/>
                </a:solidFill>
                <a:latin typeface="Calibri"/>
                <a:ea typeface="Calibri"/>
                <a:cs typeface="Calibri"/>
                <a:sym typeface="Calibri"/>
              </a:rPr>
              <a:t>Planifican, motivan,  organizan y controla a los profesionales </a:t>
            </a:r>
            <a:endParaRPr b="0" i="0" sz="2400" u="none" cap="none" strike="noStrike">
              <a:solidFill>
                <a:schemeClr val="dk1"/>
              </a:solidFill>
              <a:latin typeface="Calibri"/>
              <a:ea typeface="Calibri"/>
              <a:cs typeface="Calibri"/>
              <a:sym typeface="Calibri"/>
            </a:endParaRPr>
          </a:p>
          <a:p>
            <a:pPr indent="-341280" lvl="2" marL="803160" marR="0" rtl="0" algn="l">
              <a:lnSpc>
                <a:spcPct val="85000"/>
              </a:lnSpc>
              <a:spcBef>
                <a:spcPts val="601"/>
              </a:spcBef>
              <a:spcAft>
                <a:spcPts val="0"/>
              </a:spcAft>
              <a:buClr>
                <a:srgbClr val="262626"/>
              </a:buClr>
              <a:buSzPts val="2400"/>
              <a:buFont typeface="Arial"/>
              <a:buChar char=" "/>
            </a:pPr>
            <a:r>
              <a:rPr b="0" i="0" lang="es-AR" sz="2800" u="none" cap="none" strike="noStrike">
                <a:solidFill>
                  <a:schemeClr val="dk1"/>
                </a:solidFill>
                <a:latin typeface="Calibri"/>
                <a:ea typeface="Calibri"/>
                <a:cs typeface="Calibri"/>
                <a:sym typeface="Calibri"/>
              </a:rPr>
              <a:t>Profesionales especializados</a:t>
            </a:r>
            <a:endParaRPr b="0" i="0" sz="2800" u="none" cap="none" strike="noStrike">
              <a:solidFill>
                <a:schemeClr val="dk1"/>
              </a:solidFill>
              <a:latin typeface="Calibri"/>
              <a:ea typeface="Calibri"/>
              <a:cs typeface="Calibri"/>
              <a:sym typeface="Calibri"/>
            </a:endParaRPr>
          </a:p>
          <a:p>
            <a:pPr indent="-546479" lvl="3" marL="1004040" marR="0" rtl="0" algn="l">
              <a:lnSpc>
                <a:spcPct val="85000"/>
              </a:lnSpc>
              <a:spcBef>
                <a:spcPts val="601"/>
              </a:spcBef>
              <a:spcAft>
                <a:spcPts val="0"/>
              </a:spcAft>
              <a:buClr>
                <a:srgbClr val="262626"/>
              </a:buClr>
              <a:buSzPts val="2000"/>
              <a:buFont typeface="Arial"/>
              <a:buChar char=" "/>
            </a:pPr>
            <a:r>
              <a:rPr b="0" i="1" lang="es-AR" sz="2400" u="none" cap="none" strike="noStrike">
                <a:solidFill>
                  <a:schemeClr val="dk1"/>
                </a:solidFill>
                <a:latin typeface="Calibri"/>
                <a:ea typeface="Calibri"/>
                <a:cs typeface="Calibri"/>
                <a:sym typeface="Calibri"/>
              </a:rPr>
              <a:t>Aportan habilidades técnicas </a:t>
            </a:r>
            <a:endParaRPr b="0" i="0" sz="2400" u="none" cap="none" strike="noStrike">
              <a:solidFill>
                <a:schemeClr val="dk1"/>
              </a:solidFill>
              <a:latin typeface="Calibri"/>
              <a:ea typeface="Calibri"/>
              <a:cs typeface="Calibri"/>
              <a:sym typeface="Calibri"/>
            </a:endParaRPr>
          </a:p>
          <a:p>
            <a:pPr indent="-341280" lvl="2" marL="803160" marR="0" rtl="0" algn="l">
              <a:lnSpc>
                <a:spcPct val="85000"/>
              </a:lnSpc>
              <a:spcBef>
                <a:spcPts val="601"/>
              </a:spcBef>
              <a:spcAft>
                <a:spcPts val="0"/>
              </a:spcAft>
              <a:buClr>
                <a:srgbClr val="262626"/>
              </a:buClr>
              <a:buSzPts val="2400"/>
              <a:buFont typeface="Arial"/>
              <a:buChar char=" "/>
            </a:pPr>
            <a:r>
              <a:rPr b="0" i="0" lang="es-AR" sz="2800" u="none" cap="none" strike="noStrike">
                <a:solidFill>
                  <a:schemeClr val="dk1"/>
                </a:solidFill>
                <a:latin typeface="Calibri"/>
                <a:ea typeface="Calibri"/>
                <a:cs typeface="Calibri"/>
                <a:sym typeface="Calibri"/>
              </a:rPr>
              <a:t>Clientes </a:t>
            </a:r>
            <a:endParaRPr b="0" i="0" sz="2800" u="none" cap="none" strike="noStrike">
              <a:solidFill>
                <a:schemeClr val="dk1"/>
              </a:solidFill>
              <a:latin typeface="Calibri"/>
              <a:ea typeface="Calibri"/>
              <a:cs typeface="Calibri"/>
              <a:sym typeface="Calibri"/>
            </a:endParaRPr>
          </a:p>
          <a:p>
            <a:pPr indent="-546479" lvl="3" marL="1004040" marR="0" rtl="0" algn="l">
              <a:lnSpc>
                <a:spcPct val="85000"/>
              </a:lnSpc>
              <a:spcBef>
                <a:spcPts val="601"/>
              </a:spcBef>
              <a:spcAft>
                <a:spcPts val="0"/>
              </a:spcAft>
              <a:buClr>
                <a:srgbClr val="262626"/>
              </a:buClr>
              <a:buSzPts val="2000"/>
              <a:buFont typeface="Arial"/>
              <a:buChar char=" "/>
            </a:pPr>
            <a:r>
              <a:rPr b="0" i="1" lang="es-AR" sz="2400" u="none" cap="none" strike="noStrike">
                <a:solidFill>
                  <a:schemeClr val="dk1"/>
                </a:solidFill>
                <a:latin typeface="Calibri"/>
                <a:ea typeface="Calibri"/>
                <a:cs typeface="Calibri"/>
                <a:sym typeface="Calibri"/>
              </a:rPr>
              <a:t>Especifican los requerimientos </a:t>
            </a:r>
            <a:endParaRPr b="0" i="0" sz="2400" u="none" cap="none" strike="noStrike">
              <a:solidFill>
                <a:schemeClr val="dk1"/>
              </a:solidFill>
              <a:latin typeface="Calibri"/>
              <a:ea typeface="Calibri"/>
              <a:cs typeface="Calibri"/>
              <a:sym typeface="Calibri"/>
            </a:endParaRPr>
          </a:p>
          <a:p>
            <a:pPr indent="-341280" lvl="2" marL="803160" marR="0" rtl="0" algn="l">
              <a:lnSpc>
                <a:spcPct val="85000"/>
              </a:lnSpc>
              <a:spcBef>
                <a:spcPts val="601"/>
              </a:spcBef>
              <a:spcAft>
                <a:spcPts val="0"/>
              </a:spcAft>
              <a:buClr>
                <a:srgbClr val="262626"/>
              </a:buClr>
              <a:buSzPts val="2400"/>
              <a:buFont typeface="Arial"/>
              <a:buChar char=" "/>
            </a:pPr>
            <a:r>
              <a:rPr b="0" i="0" lang="es-AR" sz="2800" u="none" cap="none" strike="noStrike">
                <a:solidFill>
                  <a:schemeClr val="dk1"/>
                </a:solidFill>
                <a:latin typeface="Calibri"/>
                <a:ea typeface="Calibri"/>
                <a:cs typeface="Calibri"/>
                <a:sym typeface="Calibri"/>
              </a:rPr>
              <a:t>Usuarios finales</a:t>
            </a:r>
            <a:endParaRPr b="0" i="0" sz="2800" u="none" cap="none" strike="noStrike">
              <a:solidFill>
                <a:schemeClr val="dk1"/>
              </a:solidFill>
              <a:latin typeface="Calibri"/>
              <a:ea typeface="Calibri"/>
              <a:cs typeface="Calibri"/>
              <a:sym typeface="Calibri"/>
            </a:endParaRPr>
          </a:p>
          <a:p>
            <a:pPr indent="-546479" lvl="3" marL="1004040" marR="0" rtl="0" algn="l">
              <a:lnSpc>
                <a:spcPct val="85000"/>
              </a:lnSpc>
              <a:spcBef>
                <a:spcPts val="601"/>
              </a:spcBef>
              <a:spcAft>
                <a:spcPts val="0"/>
              </a:spcAft>
              <a:buClr>
                <a:srgbClr val="262626"/>
              </a:buClr>
              <a:buSzPts val="2000"/>
              <a:buFont typeface="Arial"/>
              <a:buChar char=" "/>
            </a:pPr>
            <a:r>
              <a:rPr b="0" i="1" lang="es-AR" sz="2400" u="none" cap="none" strike="noStrike">
                <a:solidFill>
                  <a:schemeClr val="dk1"/>
                </a:solidFill>
                <a:latin typeface="Calibri"/>
                <a:ea typeface="Calibri"/>
                <a:cs typeface="Calibri"/>
                <a:sym typeface="Calibri"/>
              </a:rPr>
              <a:t>Interactúan con el software</a:t>
            </a:r>
            <a:endParaRPr b="0" i="0" sz="3600" u="none" cap="none" strike="noStrike">
              <a:solidFill>
                <a:schemeClr val="dk1"/>
              </a:solidFill>
              <a:latin typeface="Calibri"/>
              <a:ea typeface="Calibri"/>
              <a:cs typeface="Calibri"/>
              <a:sym typeface="Calibri"/>
            </a:endParaRPr>
          </a:p>
          <a:p>
            <a:pPr indent="-190500" lvl="0" marL="342900" marR="0" rtl="0" algn="l">
              <a:lnSpc>
                <a:spcPct val="85000"/>
              </a:lnSpc>
              <a:spcBef>
                <a:spcPts val="1301"/>
              </a:spcBef>
              <a:spcAft>
                <a:spcPts val="0"/>
              </a:spcAft>
              <a:buClr>
                <a:srgbClr val="000000"/>
              </a:buClr>
              <a:buSzPts val="2400"/>
              <a:buFont typeface="Noto Sans Symbols"/>
              <a:buNone/>
            </a:pPr>
            <a:r>
              <a:t/>
            </a:r>
            <a:endParaRPr b="0" i="0" sz="3200" u="none" cap="none" strike="noStrike">
              <a:solidFill>
                <a:schemeClr val="dk1"/>
              </a:solidFill>
              <a:latin typeface="Arial"/>
              <a:ea typeface="Arial"/>
              <a:cs typeface="Arial"/>
              <a:sym typeface="Arial"/>
            </a:endParaRPr>
          </a:p>
        </p:txBody>
      </p:sp>
      <p:sp>
        <p:nvSpPr>
          <p:cNvPr id="558" name="Google Shape;558;p139"/>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Planificación organizativa</a:t>
            </a:r>
            <a:endParaRPr/>
          </a:p>
        </p:txBody>
      </p:sp>
      <p:sp>
        <p:nvSpPr>
          <p:cNvPr id="559" name="Google Shape;559;p139"/>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60" name="Google Shape;560;p139"/>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561" name="Google Shape;561;p139"/>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p140"/>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140"/>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40"/>
          <p:cNvSpPr/>
          <p:nvPr/>
        </p:nvSpPr>
        <p:spPr>
          <a:xfrm>
            <a:off x="920147" y="1856160"/>
            <a:ext cx="10428210"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El Equipo de software debe organizarse de manera que maximice las habilidades y capacidades de cada persona. </a:t>
            </a:r>
            <a:endParaRPr/>
          </a:p>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Las prácticas que realizan líderes ejemplares son: </a:t>
            </a:r>
            <a:endParaRPr/>
          </a:p>
          <a:p>
            <a:pPr indent="-342900" lvl="1" marL="538163" marR="0" rtl="0" algn="just">
              <a:lnSpc>
                <a:spcPct val="75000"/>
              </a:lnSpc>
              <a:spcBef>
                <a:spcPts val="1301"/>
              </a:spcBef>
              <a:spcAft>
                <a:spcPts val="0"/>
              </a:spcAft>
              <a:buClr>
                <a:srgbClr val="000000"/>
              </a:buClr>
              <a:buSzPts val="2000"/>
              <a:buFont typeface="Arial"/>
              <a:buChar char="•"/>
            </a:pPr>
            <a:r>
              <a:rPr b="0" i="0" lang="es-AR" sz="2400" u="none" cap="none" strike="noStrike">
                <a:solidFill>
                  <a:schemeClr val="dk1"/>
                </a:solidFill>
                <a:latin typeface="Calibri"/>
                <a:ea typeface="Calibri"/>
                <a:cs typeface="Calibri"/>
                <a:sym typeface="Calibri"/>
              </a:rPr>
              <a:t>Modelar el camino: Practicar lo que predican. Demostrar compromiso con el equipo y el proyecto.</a:t>
            </a:r>
            <a:endParaRPr b="0" i="0" sz="2400" u="none" cap="none" strike="noStrike">
              <a:solidFill>
                <a:schemeClr val="dk1"/>
              </a:solidFill>
              <a:latin typeface="Arial"/>
              <a:ea typeface="Arial"/>
              <a:cs typeface="Arial"/>
              <a:sym typeface="Arial"/>
            </a:endParaRPr>
          </a:p>
          <a:p>
            <a:pPr indent="-342900" lvl="1" marL="538163" marR="0" rtl="0" algn="just">
              <a:lnSpc>
                <a:spcPct val="75000"/>
              </a:lnSpc>
              <a:spcBef>
                <a:spcPts val="1301"/>
              </a:spcBef>
              <a:spcAft>
                <a:spcPts val="0"/>
              </a:spcAft>
              <a:buClr>
                <a:srgbClr val="000000"/>
              </a:buClr>
              <a:buSzPts val="2000"/>
              <a:buFont typeface="Arial"/>
              <a:buChar char="•"/>
            </a:pPr>
            <a:r>
              <a:rPr b="0" i="0" lang="es-AR" sz="2400" u="none" cap="none" strike="noStrike">
                <a:solidFill>
                  <a:schemeClr val="dk1"/>
                </a:solidFill>
                <a:latin typeface="Calibri"/>
                <a:ea typeface="Calibri"/>
                <a:cs typeface="Calibri"/>
                <a:sym typeface="Calibri"/>
              </a:rPr>
              <a:t>Inspirar y visión compartida: Motivar a los miembros del equipo, esto implica involucrar a las partes al principio del proceso de establecimiento de metas.</a:t>
            </a:r>
            <a:endParaRPr b="0" i="0" sz="2400" u="none" cap="none" strike="noStrike">
              <a:solidFill>
                <a:schemeClr val="dk1"/>
              </a:solidFill>
              <a:latin typeface="Arial"/>
              <a:ea typeface="Arial"/>
              <a:cs typeface="Arial"/>
              <a:sym typeface="Arial"/>
            </a:endParaRPr>
          </a:p>
          <a:p>
            <a:pPr indent="-342900" lvl="1" marL="538163" marR="0" rtl="0" algn="just">
              <a:lnSpc>
                <a:spcPct val="75000"/>
              </a:lnSpc>
              <a:spcBef>
                <a:spcPts val="1301"/>
              </a:spcBef>
              <a:spcAft>
                <a:spcPts val="0"/>
              </a:spcAft>
              <a:buClr>
                <a:srgbClr val="000000"/>
              </a:buClr>
              <a:buSzPts val="2000"/>
              <a:buFont typeface="Arial"/>
              <a:buChar char="•"/>
            </a:pPr>
            <a:r>
              <a:rPr b="0" i="0" lang="es-AR" sz="2400" u="none" cap="none" strike="noStrike">
                <a:solidFill>
                  <a:schemeClr val="dk1"/>
                </a:solidFill>
                <a:latin typeface="Calibri"/>
                <a:ea typeface="Calibri"/>
                <a:cs typeface="Calibri"/>
                <a:sym typeface="Calibri"/>
              </a:rPr>
              <a:t>Desafiar el proceso: Tomar la iniciativa de buscar formas innovadoras para mejorar el trabajo. Animar a los miembros a experimentar y asumir riesgos.</a:t>
            </a:r>
            <a:endParaRPr b="0" i="0" sz="2400" u="none" cap="none" strike="noStrike">
              <a:solidFill>
                <a:schemeClr val="dk1"/>
              </a:solidFill>
              <a:latin typeface="Arial"/>
              <a:ea typeface="Arial"/>
              <a:cs typeface="Arial"/>
              <a:sym typeface="Arial"/>
            </a:endParaRPr>
          </a:p>
          <a:p>
            <a:pPr indent="-342900" lvl="1" marL="538163" marR="0" rtl="0" algn="just">
              <a:lnSpc>
                <a:spcPct val="75000"/>
              </a:lnSpc>
              <a:spcBef>
                <a:spcPts val="1301"/>
              </a:spcBef>
              <a:spcAft>
                <a:spcPts val="0"/>
              </a:spcAft>
              <a:buClr>
                <a:srgbClr val="000000"/>
              </a:buClr>
              <a:buSzPts val="2000"/>
              <a:buFont typeface="Arial"/>
              <a:buChar char="•"/>
            </a:pPr>
            <a:r>
              <a:rPr b="0" i="0" lang="es-AR" sz="2400" u="none" cap="none" strike="noStrike">
                <a:solidFill>
                  <a:schemeClr val="dk1"/>
                </a:solidFill>
                <a:latin typeface="Calibri"/>
                <a:ea typeface="Calibri"/>
                <a:cs typeface="Calibri"/>
                <a:sym typeface="Calibri"/>
              </a:rPr>
              <a:t>Permitir que otros actúen: Fomentar habilidades colaborativas del equipo, generando confianza y facilitando relaciones.</a:t>
            </a:r>
            <a:endParaRPr b="0" i="0" sz="2400" u="none" cap="none" strike="noStrike">
              <a:solidFill>
                <a:schemeClr val="dk1"/>
              </a:solidFill>
              <a:latin typeface="Arial"/>
              <a:ea typeface="Arial"/>
              <a:cs typeface="Arial"/>
              <a:sym typeface="Arial"/>
            </a:endParaRPr>
          </a:p>
          <a:p>
            <a:pPr indent="-342900" lvl="1" marL="538163" marR="0" rtl="0" algn="just">
              <a:lnSpc>
                <a:spcPct val="75000"/>
              </a:lnSpc>
              <a:spcBef>
                <a:spcPts val="1301"/>
              </a:spcBef>
              <a:spcAft>
                <a:spcPts val="0"/>
              </a:spcAft>
              <a:buClr>
                <a:srgbClr val="000000"/>
              </a:buClr>
              <a:buSzPts val="2000"/>
              <a:buFont typeface="Arial"/>
              <a:buChar char="•"/>
            </a:pPr>
            <a:r>
              <a:rPr b="0" i="0" lang="es-AR" sz="2400" u="none" cap="none" strike="noStrike">
                <a:solidFill>
                  <a:schemeClr val="dk1"/>
                </a:solidFill>
                <a:latin typeface="Calibri"/>
                <a:ea typeface="Calibri"/>
                <a:cs typeface="Calibri"/>
                <a:sym typeface="Calibri"/>
              </a:rPr>
              <a:t>Alentar: Celebrar los logros individuales. Generar espíritu comunitario. </a:t>
            </a:r>
            <a:endParaRPr b="0" i="0" sz="2400" u="none" cap="none" strike="noStrike">
              <a:solidFill>
                <a:schemeClr val="dk1"/>
              </a:solidFill>
              <a:latin typeface="Arial"/>
              <a:ea typeface="Arial"/>
              <a:cs typeface="Arial"/>
              <a:sym typeface="Arial"/>
            </a:endParaRPr>
          </a:p>
          <a:p>
            <a:pPr indent="-334963" lvl="0" marL="538163" marR="0" rtl="0" algn="just">
              <a:lnSpc>
                <a:spcPct val="85000"/>
              </a:lnSpc>
              <a:spcBef>
                <a:spcPts val="0"/>
              </a:spcBef>
              <a:spcAft>
                <a:spcPts val="0"/>
              </a:spcAft>
              <a:buClr>
                <a:srgbClr val="C00000"/>
              </a:buClr>
              <a:buSzPts val="3200"/>
              <a:buFont typeface="Noto Sans Symbols"/>
              <a:buNone/>
            </a:pPr>
            <a:r>
              <a:t/>
            </a:r>
            <a:endParaRPr b="0" i="0" sz="3200" u="none" cap="none" strike="noStrike">
              <a:solidFill>
                <a:schemeClr val="dk1"/>
              </a:solidFill>
              <a:latin typeface="Calibri"/>
              <a:ea typeface="Calibri"/>
              <a:cs typeface="Calibri"/>
              <a:sym typeface="Calibri"/>
            </a:endParaRPr>
          </a:p>
        </p:txBody>
      </p:sp>
      <p:sp>
        <p:nvSpPr>
          <p:cNvPr id="569" name="Google Shape;569;p140"/>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Líderes de equipo</a:t>
            </a:r>
            <a:endParaRPr/>
          </a:p>
        </p:txBody>
      </p:sp>
      <p:sp>
        <p:nvSpPr>
          <p:cNvPr id="570" name="Google Shape;570;p140"/>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71" name="Google Shape;571;p140"/>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572" name="Google Shape;572;p140"/>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6" name="Shape 576"/>
        <p:cNvGrpSpPr/>
        <p:nvPr/>
      </p:nvGrpSpPr>
      <p:grpSpPr>
        <a:xfrm>
          <a:off x="0" y="0"/>
          <a:ext cx="0" cy="0"/>
          <a:chOff x="0" y="0"/>
          <a:chExt cx="0" cy="0"/>
        </a:xfrm>
      </p:grpSpPr>
      <p:sp>
        <p:nvSpPr>
          <p:cNvPr id="577" name="Google Shape;577;p141"/>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41"/>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41"/>
          <p:cNvSpPr/>
          <p:nvPr/>
        </p:nvSpPr>
        <p:spPr>
          <a:xfrm>
            <a:off x="920147" y="1856160"/>
            <a:ext cx="10428210"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La mejor estructura de equipo depende del estilo gerencial de la organización, el número de personas que conformarán el equipo y sus niveles de habilidad, y la dificultad del problema en general. </a:t>
            </a:r>
            <a:endParaRPr/>
          </a:p>
          <a:p>
            <a:pPr indent="-442913" lvl="0" marL="538163" marR="0" rtl="0" algn="just">
              <a:lnSpc>
                <a:spcPct val="100000"/>
              </a:lnSpc>
              <a:spcBef>
                <a:spcPts val="0"/>
              </a:spcBef>
              <a:spcAft>
                <a:spcPts val="0"/>
              </a:spcAft>
              <a:buClr>
                <a:srgbClr val="C00000"/>
              </a:buClr>
              <a:buSzPts val="1500"/>
              <a:buFont typeface="Noto Sans Symbols"/>
              <a:buNone/>
            </a:pPr>
            <a:r>
              <a:t/>
            </a:r>
            <a:endParaRPr b="0" i="0" sz="1500" u="none" cap="none" strike="noStrike">
              <a:solidFill>
                <a:schemeClr val="dk1"/>
              </a:solidFill>
              <a:latin typeface="Calibri"/>
              <a:ea typeface="Calibri"/>
              <a:cs typeface="Calibri"/>
              <a:sym typeface="Calibri"/>
            </a:endParaRPr>
          </a:p>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Como regla general, el equipo no debe tener más de 10 miembros. De todos modos, eso depende del tamaño del proyecto.</a:t>
            </a:r>
            <a:endParaRPr/>
          </a:p>
        </p:txBody>
      </p:sp>
      <p:sp>
        <p:nvSpPr>
          <p:cNvPr id="580" name="Google Shape;580;p141"/>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a:t>
            </a:r>
            <a:endParaRPr/>
          </a:p>
        </p:txBody>
      </p:sp>
      <p:sp>
        <p:nvSpPr>
          <p:cNvPr id="581" name="Google Shape;581;p141"/>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82" name="Google Shape;582;p141"/>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583" name="Google Shape;583;p141"/>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7" name="Shape 587"/>
        <p:cNvGrpSpPr/>
        <p:nvPr/>
      </p:nvGrpSpPr>
      <p:grpSpPr>
        <a:xfrm>
          <a:off x="0" y="0"/>
          <a:ext cx="0" cy="0"/>
          <a:chOff x="0" y="0"/>
          <a:chExt cx="0" cy="0"/>
        </a:xfrm>
      </p:grpSpPr>
      <p:sp>
        <p:nvSpPr>
          <p:cNvPr id="588" name="Google Shape;588;p142"/>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42"/>
          <p:cNvSpPr/>
          <p:nvPr/>
        </p:nvSpPr>
        <p:spPr>
          <a:xfrm>
            <a:off x="920147" y="1856160"/>
            <a:ext cx="10428210" cy="44694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Factores a considerar cuando se planea una estructura de equipo:</a:t>
            </a:r>
            <a:endParaRPr/>
          </a:p>
          <a:p>
            <a:pPr indent="-314325" lvl="3" marL="935038" marR="0" rtl="0" algn="l">
              <a:lnSpc>
                <a:spcPct val="100000"/>
              </a:lnSpc>
              <a:spcBef>
                <a:spcPts val="601"/>
              </a:spcBef>
              <a:spcAft>
                <a:spcPts val="0"/>
              </a:spcAft>
              <a:buClr>
                <a:srgbClr val="262626"/>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Dificultad del problema a resolver</a:t>
            </a:r>
            <a:endParaRPr b="0" i="0" sz="2400" u="none" cap="none" strike="noStrike">
              <a:solidFill>
                <a:schemeClr val="dk1"/>
              </a:solidFill>
              <a:latin typeface="Arial"/>
              <a:ea typeface="Arial"/>
              <a:cs typeface="Arial"/>
              <a:sym typeface="Arial"/>
            </a:endParaRPr>
          </a:p>
          <a:p>
            <a:pPr indent="-314325" lvl="3" marL="935038" marR="0" rtl="0" algn="l">
              <a:lnSpc>
                <a:spcPct val="100000"/>
              </a:lnSpc>
              <a:spcBef>
                <a:spcPts val="601"/>
              </a:spcBef>
              <a:spcAft>
                <a:spcPts val="0"/>
              </a:spcAft>
              <a:buClr>
                <a:srgbClr val="262626"/>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Tamaño del programa resultante </a:t>
            </a:r>
            <a:endParaRPr b="0" i="0" sz="2400" u="none" cap="none" strike="noStrike">
              <a:solidFill>
                <a:schemeClr val="dk1"/>
              </a:solidFill>
              <a:latin typeface="Arial"/>
              <a:ea typeface="Arial"/>
              <a:cs typeface="Arial"/>
              <a:sym typeface="Arial"/>
            </a:endParaRPr>
          </a:p>
          <a:p>
            <a:pPr indent="-314325" lvl="3" marL="935038" marR="0" rtl="0" algn="l">
              <a:lnSpc>
                <a:spcPct val="100000"/>
              </a:lnSpc>
              <a:spcBef>
                <a:spcPts val="601"/>
              </a:spcBef>
              <a:spcAft>
                <a:spcPts val="0"/>
              </a:spcAft>
              <a:buClr>
                <a:srgbClr val="262626"/>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Tiempo que el equipo permanecerá unido</a:t>
            </a:r>
            <a:endParaRPr b="0" i="0" sz="2400" u="none" cap="none" strike="noStrike">
              <a:solidFill>
                <a:schemeClr val="dk1"/>
              </a:solidFill>
              <a:latin typeface="Arial"/>
              <a:ea typeface="Arial"/>
              <a:cs typeface="Arial"/>
              <a:sym typeface="Arial"/>
            </a:endParaRPr>
          </a:p>
          <a:p>
            <a:pPr indent="-314325" lvl="3" marL="935038" marR="0" rtl="0" algn="l">
              <a:lnSpc>
                <a:spcPct val="100000"/>
              </a:lnSpc>
              <a:spcBef>
                <a:spcPts val="601"/>
              </a:spcBef>
              <a:spcAft>
                <a:spcPts val="0"/>
              </a:spcAft>
              <a:buClr>
                <a:srgbClr val="262626"/>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Grado en que puede dividirse en módulos el problema a resolver</a:t>
            </a:r>
            <a:endParaRPr b="0" i="0" sz="2400" u="none" cap="none" strike="noStrike">
              <a:solidFill>
                <a:schemeClr val="dk1"/>
              </a:solidFill>
              <a:latin typeface="Arial"/>
              <a:ea typeface="Arial"/>
              <a:cs typeface="Arial"/>
              <a:sym typeface="Arial"/>
            </a:endParaRPr>
          </a:p>
          <a:p>
            <a:pPr indent="-314325" lvl="3" marL="935038" marR="0" rtl="0" algn="l">
              <a:lnSpc>
                <a:spcPct val="100000"/>
              </a:lnSpc>
              <a:spcBef>
                <a:spcPts val="601"/>
              </a:spcBef>
              <a:spcAft>
                <a:spcPts val="0"/>
              </a:spcAft>
              <a:buClr>
                <a:srgbClr val="262626"/>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Calidad y confiabilidad requerida por el sistema a construir</a:t>
            </a:r>
            <a:endParaRPr b="0" i="0" sz="2400" u="none" cap="none" strike="noStrike">
              <a:solidFill>
                <a:schemeClr val="dk1"/>
              </a:solidFill>
              <a:latin typeface="Arial"/>
              <a:ea typeface="Arial"/>
              <a:cs typeface="Arial"/>
              <a:sym typeface="Arial"/>
            </a:endParaRPr>
          </a:p>
          <a:p>
            <a:pPr indent="-314325" lvl="3" marL="935038" marR="0" rtl="0" algn="l">
              <a:lnSpc>
                <a:spcPct val="100000"/>
              </a:lnSpc>
              <a:spcBef>
                <a:spcPts val="601"/>
              </a:spcBef>
              <a:spcAft>
                <a:spcPts val="0"/>
              </a:spcAft>
              <a:buClr>
                <a:srgbClr val="262626"/>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Rigidez de la fecha de entrega</a:t>
            </a:r>
            <a:endParaRPr b="0" i="0" sz="2400" u="none" cap="none" strike="noStrike">
              <a:solidFill>
                <a:schemeClr val="dk1"/>
              </a:solidFill>
              <a:latin typeface="Arial"/>
              <a:ea typeface="Arial"/>
              <a:cs typeface="Arial"/>
              <a:sym typeface="Arial"/>
            </a:endParaRPr>
          </a:p>
          <a:p>
            <a:pPr indent="-314325" lvl="3" marL="935038" marR="0" rtl="0" algn="l">
              <a:lnSpc>
                <a:spcPct val="100000"/>
              </a:lnSpc>
              <a:spcBef>
                <a:spcPts val="601"/>
              </a:spcBef>
              <a:spcAft>
                <a:spcPts val="0"/>
              </a:spcAft>
              <a:buClr>
                <a:srgbClr val="262626"/>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 Grado de sociabilidad requerido para el proyecto </a:t>
            </a:r>
            <a:endParaRPr b="0" i="0" sz="2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
        <p:nvSpPr>
          <p:cNvPr id="590" name="Google Shape;590;p142"/>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a:t>
            </a:r>
            <a:endParaRPr/>
          </a:p>
        </p:txBody>
      </p:sp>
      <p:sp>
        <p:nvSpPr>
          <p:cNvPr id="591" name="Google Shape;591;p142"/>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592" name="Google Shape;592;p142"/>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593" name="Google Shape;593;p142"/>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7" name="Shape 597"/>
        <p:cNvGrpSpPr/>
        <p:nvPr/>
      </p:nvGrpSpPr>
      <p:grpSpPr>
        <a:xfrm>
          <a:off x="0" y="0"/>
          <a:ext cx="0" cy="0"/>
          <a:chOff x="0" y="0"/>
          <a:chExt cx="0" cy="0"/>
        </a:xfrm>
      </p:grpSpPr>
      <p:sp>
        <p:nvSpPr>
          <p:cNvPr id="598" name="Google Shape;598;p143"/>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143"/>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143"/>
          <p:cNvSpPr/>
          <p:nvPr/>
        </p:nvSpPr>
        <p:spPr>
          <a:xfrm>
            <a:off x="920147" y="1778134"/>
            <a:ext cx="10271927" cy="4547426"/>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Para evitar:</a:t>
            </a:r>
            <a:endParaRPr/>
          </a:p>
          <a:p>
            <a:pPr indent="-358775" lvl="2" marL="979488" marR="0" rtl="0" algn="just">
              <a:lnSpc>
                <a:spcPct val="100000"/>
              </a:lnSpc>
              <a:spcBef>
                <a:spcPts val="0"/>
              </a:spcBef>
              <a:spcAft>
                <a:spcPts val="0"/>
              </a:spcAft>
              <a:buClr>
                <a:srgbClr val="000000"/>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Atmósfera de trabajo frenética</a:t>
            </a:r>
            <a:endParaRPr/>
          </a:p>
          <a:p>
            <a:pPr indent="-277813" lvl="2" marL="898525" marR="0" rtl="0" algn="just">
              <a:lnSpc>
                <a:spcPct val="100000"/>
              </a:lnSpc>
              <a:spcBef>
                <a:spcPts val="0"/>
              </a:spcBef>
              <a:spcAft>
                <a:spcPts val="0"/>
              </a:spcAft>
              <a:buNone/>
            </a:pPr>
            <a:r>
              <a:rPr b="0" i="0" lang="es-AR" sz="2000" u="none" cap="none" strike="noStrike">
                <a:solidFill>
                  <a:schemeClr val="dk1"/>
                </a:solidFill>
                <a:latin typeface="Calibri"/>
                <a:ea typeface="Calibri"/>
                <a:cs typeface="Calibri"/>
                <a:sym typeface="Calibri"/>
              </a:rPr>
              <a:t>	</a:t>
            </a:r>
            <a:r>
              <a:rPr b="0" i="1" lang="es-AR" sz="2200" u="none" cap="none" strike="noStrike">
                <a:solidFill>
                  <a:schemeClr val="dk1"/>
                </a:solidFill>
                <a:latin typeface="Calibri"/>
                <a:ea typeface="Calibri"/>
                <a:cs typeface="Calibri"/>
                <a:sym typeface="Calibri"/>
              </a:rPr>
              <a:t>El equipo tiene acceso a toda la información y las principales metas y objetivos no se modifican a menos que sea absolutamente necesario.</a:t>
            </a:r>
            <a:endParaRPr b="0" i="1" sz="2200" u="none" cap="none" strike="noStrike">
              <a:solidFill>
                <a:schemeClr val="dk1"/>
              </a:solidFill>
              <a:latin typeface="Calibri"/>
              <a:ea typeface="Calibri"/>
              <a:cs typeface="Calibri"/>
              <a:sym typeface="Calibri"/>
            </a:endParaRPr>
          </a:p>
          <a:p>
            <a:pPr indent="-358775" lvl="2" marL="979488" marR="0" rtl="0" algn="just">
              <a:lnSpc>
                <a:spcPct val="100000"/>
              </a:lnSpc>
              <a:spcBef>
                <a:spcPts val="0"/>
              </a:spcBef>
              <a:spcAft>
                <a:spcPts val="0"/>
              </a:spcAft>
              <a:buClr>
                <a:srgbClr val="000000"/>
              </a:buClr>
              <a:buSzPts val="2400"/>
              <a:buFont typeface="Calibri"/>
              <a:buAutoNum type="arabicPeriod" startAt="2"/>
            </a:pPr>
            <a:r>
              <a:rPr b="0" i="0" lang="es-AR" sz="2400" u="none" cap="none" strike="noStrike">
                <a:solidFill>
                  <a:schemeClr val="dk1"/>
                </a:solidFill>
                <a:latin typeface="Calibri"/>
                <a:ea typeface="Calibri"/>
                <a:cs typeface="Calibri"/>
                <a:sym typeface="Calibri"/>
              </a:rPr>
              <a:t>Fricción entre los miembros del equipo</a:t>
            </a:r>
            <a:endParaRPr/>
          </a:p>
          <a:p>
            <a:pPr indent="0" lvl="7" marL="620713" marR="0" rtl="0" algn="just">
              <a:lnSpc>
                <a:spcPct val="100000"/>
              </a:lnSpc>
              <a:spcBef>
                <a:spcPts val="0"/>
              </a:spcBef>
              <a:spcAft>
                <a:spcPts val="0"/>
              </a:spcAft>
              <a:buNone/>
            </a:pPr>
            <a:r>
              <a:rPr b="0" i="0" lang="es-AR" sz="2000" u="none" cap="none" strike="noStrike">
                <a:solidFill>
                  <a:schemeClr val="dk1"/>
                </a:solidFill>
                <a:latin typeface="Calibri"/>
                <a:ea typeface="Calibri"/>
                <a:cs typeface="Calibri"/>
                <a:sym typeface="Calibri"/>
              </a:rPr>
              <a:t>	</a:t>
            </a:r>
            <a:r>
              <a:rPr b="0" i="1" lang="es-AR" sz="2200" u="none" cap="none" strike="noStrike">
                <a:solidFill>
                  <a:schemeClr val="dk1"/>
                </a:solidFill>
                <a:latin typeface="Calibri"/>
                <a:ea typeface="Calibri"/>
                <a:cs typeface="Calibri"/>
                <a:sym typeface="Calibri"/>
              </a:rPr>
              <a:t>Se define responsabilidad a cada uno </a:t>
            </a:r>
            <a:endParaRPr b="0" i="1" sz="2200" u="none" cap="none" strike="noStrike">
              <a:solidFill>
                <a:schemeClr val="dk1"/>
              </a:solidFill>
              <a:latin typeface="Calibri"/>
              <a:ea typeface="Calibri"/>
              <a:cs typeface="Calibri"/>
              <a:sym typeface="Calibri"/>
            </a:endParaRPr>
          </a:p>
          <a:p>
            <a:pPr indent="-358775" lvl="2" marL="979488" marR="0" rtl="0" algn="just">
              <a:lnSpc>
                <a:spcPct val="100000"/>
              </a:lnSpc>
              <a:spcBef>
                <a:spcPts val="0"/>
              </a:spcBef>
              <a:spcAft>
                <a:spcPts val="0"/>
              </a:spcAft>
              <a:buClr>
                <a:srgbClr val="000000"/>
              </a:buClr>
              <a:buSzPts val="2400"/>
              <a:buFont typeface="Noto Sans Symbols"/>
              <a:buAutoNum type="arabicPeriod" startAt="2"/>
            </a:pPr>
            <a:r>
              <a:rPr b="0" i="0" lang="es-AR" sz="2400" u="none" cap="none" strike="noStrike">
                <a:solidFill>
                  <a:schemeClr val="dk1"/>
                </a:solidFill>
                <a:latin typeface="Calibri"/>
                <a:ea typeface="Calibri"/>
                <a:cs typeface="Calibri"/>
                <a:sym typeface="Calibri"/>
              </a:rPr>
              <a:t>Proceso de software fragmentado o mal coordinado</a:t>
            </a:r>
            <a:endParaRPr/>
          </a:p>
          <a:p>
            <a:pPr indent="0" lvl="2" marL="898525" marR="0" rtl="0" algn="just">
              <a:lnSpc>
                <a:spcPct val="100000"/>
              </a:lnSpc>
              <a:spcBef>
                <a:spcPts val="0"/>
              </a:spcBef>
              <a:spcAft>
                <a:spcPts val="0"/>
              </a:spcAft>
              <a:buNone/>
            </a:pPr>
            <a:r>
              <a:rPr b="0" i="0" lang="es-AR" sz="2400" u="none" cap="none" strike="noStrike">
                <a:solidFill>
                  <a:schemeClr val="dk1"/>
                </a:solidFill>
                <a:latin typeface="Calibri"/>
                <a:ea typeface="Calibri"/>
                <a:cs typeface="Calibri"/>
                <a:sym typeface="Calibri"/>
              </a:rPr>
              <a:t>	</a:t>
            </a:r>
            <a:r>
              <a:rPr b="0" i="1" lang="es-AR" sz="2200" u="none" cap="none" strike="noStrike">
                <a:solidFill>
                  <a:schemeClr val="dk1"/>
                </a:solidFill>
                <a:latin typeface="Calibri"/>
                <a:ea typeface="Calibri"/>
                <a:cs typeface="Calibri"/>
                <a:sym typeface="Calibri"/>
              </a:rPr>
              <a:t>Entender lo que se va a crear y permitir que el equipo seleccione el modelo de proceso</a:t>
            </a:r>
            <a:endParaRPr b="0" i="1" sz="2200" u="none" cap="none" strike="noStrike">
              <a:solidFill>
                <a:schemeClr val="dk1"/>
              </a:solidFill>
              <a:latin typeface="Calibri"/>
              <a:ea typeface="Calibri"/>
              <a:cs typeface="Calibri"/>
              <a:sym typeface="Calibri"/>
            </a:endParaRPr>
          </a:p>
          <a:p>
            <a:pPr indent="-358775" lvl="2" marL="979488" marR="0" rtl="0" algn="just">
              <a:lnSpc>
                <a:spcPct val="100000"/>
              </a:lnSpc>
              <a:spcBef>
                <a:spcPts val="0"/>
              </a:spcBef>
              <a:spcAft>
                <a:spcPts val="0"/>
              </a:spcAft>
              <a:buClr>
                <a:srgbClr val="000000"/>
              </a:buClr>
              <a:buSzPts val="2400"/>
              <a:buFont typeface="Calibri"/>
              <a:buAutoNum type="arabicPeriod" startAt="4"/>
            </a:pPr>
            <a:r>
              <a:rPr b="0" i="0" lang="es-AR" sz="2400" u="none" cap="none" strike="noStrike">
                <a:solidFill>
                  <a:schemeClr val="dk1"/>
                </a:solidFill>
                <a:latin typeface="Calibri"/>
                <a:ea typeface="Calibri"/>
                <a:cs typeface="Calibri"/>
                <a:sym typeface="Calibri"/>
              </a:rPr>
              <a:t>Definición imprecisa de roles</a:t>
            </a:r>
            <a:endParaRPr/>
          </a:p>
          <a:p>
            <a:pPr indent="0" lvl="3" marL="620713" marR="0" rtl="0" algn="just">
              <a:lnSpc>
                <a:spcPct val="100000"/>
              </a:lnSpc>
              <a:spcBef>
                <a:spcPts val="0"/>
              </a:spcBef>
              <a:spcAft>
                <a:spcPts val="0"/>
              </a:spcAft>
              <a:buNone/>
            </a:pPr>
            <a:r>
              <a:rPr b="0" i="1" lang="es-AR" sz="2200" u="none" cap="none" strike="noStrike">
                <a:solidFill>
                  <a:schemeClr val="dk1"/>
                </a:solidFill>
                <a:latin typeface="Calibri"/>
                <a:ea typeface="Calibri"/>
                <a:cs typeface="Calibri"/>
                <a:sym typeface="Calibri"/>
              </a:rPr>
              <a:t>	Definir enfoques correctivos ante un miembro que no cumple</a:t>
            </a:r>
            <a:endParaRPr b="0" i="1" sz="2200" u="none" cap="none" strike="noStrike">
              <a:solidFill>
                <a:schemeClr val="dk1"/>
              </a:solidFill>
              <a:latin typeface="Calibri"/>
              <a:ea typeface="Calibri"/>
              <a:cs typeface="Calibri"/>
              <a:sym typeface="Calibri"/>
            </a:endParaRPr>
          </a:p>
          <a:p>
            <a:pPr indent="-358775" lvl="2" marL="979488" marR="0" rtl="0" algn="just">
              <a:lnSpc>
                <a:spcPct val="100000"/>
              </a:lnSpc>
              <a:spcBef>
                <a:spcPts val="0"/>
              </a:spcBef>
              <a:spcAft>
                <a:spcPts val="0"/>
              </a:spcAft>
              <a:buClr>
                <a:srgbClr val="000000"/>
              </a:buClr>
              <a:buSzPts val="2400"/>
              <a:buFont typeface="Noto Sans Symbols"/>
              <a:buAutoNum type="arabicPeriod" startAt="4"/>
            </a:pPr>
            <a:r>
              <a:rPr b="0" i="0" lang="es-AR" sz="2400" u="none" cap="none" strike="noStrike">
                <a:solidFill>
                  <a:schemeClr val="dk1"/>
                </a:solidFill>
                <a:latin typeface="Calibri"/>
                <a:ea typeface="Calibri"/>
                <a:cs typeface="Calibri"/>
                <a:sym typeface="Calibri"/>
              </a:rPr>
              <a:t>Exposición continua y repetida al fracaso</a:t>
            </a:r>
            <a:endParaRPr/>
          </a:p>
          <a:p>
            <a:pPr indent="0" lvl="4" marL="979488" marR="0" rtl="0" algn="just">
              <a:lnSpc>
                <a:spcPct val="100000"/>
              </a:lnSpc>
              <a:spcBef>
                <a:spcPts val="0"/>
              </a:spcBef>
              <a:spcAft>
                <a:spcPts val="0"/>
              </a:spcAft>
              <a:buNone/>
            </a:pPr>
            <a:r>
              <a:rPr b="0" i="1" lang="es-AR" sz="2200" u="none" cap="none" strike="noStrike">
                <a:solidFill>
                  <a:schemeClr val="dk1"/>
                </a:solidFill>
                <a:latin typeface="Calibri"/>
                <a:ea typeface="Calibri"/>
                <a:cs typeface="Calibri"/>
                <a:sym typeface="Calibri"/>
              </a:rPr>
              <a:t>Utilización de técnicas basadas en la retroalimentación y solución de problemas</a:t>
            </a:r>
            <a:endParaRPr b="0" i="1" sz="22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
        <p:nvSpPr>
          <p:cNvPr id="601" name="Google Shape;601;p143"/>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a:t>
            </a:r>
            <a:endParaRPr/>
          </a:p>
        </p:txBody>
      </p:sp>
      <p:sp>
        <p:nvSpPr>
          <p:cNvPr id="602" name="Google Shape;602;p143"/>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03" name="Google Shape;603;p143"/>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04" name="Google Shape;604;p143"/>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8" name="Shape 608"/>
        <p:cNvGrpSpPr/>
        <p:nvPr/>
      </p:nvGrpSpPr>
      <p:grpSpPr>
        <a:xfrm>
          <a:off x="0" y="0"/>
          <a:ext cx="0" cy="0"/>
          <a:chOff x="0" y="0"/>
          <a:chExt cx="0" cy="0"/>
        </a:xfrm>
      </p:grpSpPr>
      <p:sp>
        <p:nvSpPr>
          <p:cNvPr id="609" name="Google Shape;609;p144"/>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0" name="Google Shape;610;p144"/>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144"/>
          <p:cNvSpPr/>
          <p:nvPr/>
        </p:nvSpPr>
        <p:spPr>
          <a:xfrm>
            <a:off x="1094964" y="1926770"/>
            <a:ext cx="10097110" cy="4398789"/>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1- </a:t>
            </a:r>
            <a:r>
              <a:rPr b="1" i="0" lang="es-AR" sz="2800" u="none" cap="none" strike="noStrike">
                <a:solidFill>
                  <a:schemeClr val="dk1"/>
                </a:solidFill>
                <a:latin typeface="Calibri"/>
                <a:ea typeface="Calibri"/>
                <a:cs typeface="Calibri"/>
                <a:sym typeface="Calibri"/>
              </a:rPr>
              <a:t>Paradigma cerrado </a:t>
            </a:r>
            <a:r>
              <a:rPr b="0" i="0" lang="es-AR" sz="2800" u="none" cap="none" strike="noStrike">
                <a:solidFill>
                  <a:schemeClr val="dk1"/>
                </a:solidFill>
                <a:latin typeface="Calibri"/>
                <a:ea typeface="Calibri"/>
                <a:cs typeface="Calibri"/>
                <a:sym typeface="Calibri"/>
              </a:rPr>
              <a:t>estructura un equipo conforme a una jerarquía de autoridad tradicional. </a:t>
            </a:r>
            <a:endParaRPr/>
          </a:p>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(Comunicación vertical entre jefe y miembros del equipo)</a:t>
            </a:r>
            <a:endParaRPr b="0" i="0" sz="2800" u="none" cap="none" strike="noStrike">
              <a:solidFill>
                <a:schemeClr val="dk1"/>
              </a:solidFill>
              <a:latin typeface="Arial"/>
              <a:ea typeface="Arial"/>
              <a:cs typeface="Arial"/>
              <a:sym typeface="Arial"/>
            </a:endParaRPr>
          </a:p>
          <a:p>
            <a:pPr indent="0" lvl="0" marL="0" marR="0" rtl="0" algn="just">
              <a:lnSpc>
                <a:spcPct val="85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Tales equipos pueden trabajar bien cuando producen software muy </a:t>
            </a:r>
            <a:r>
              <a:rPr b="0" i="1" lang="es-AR" sz="2800" u="sng" cap="none" strike="noStrike">
                <a:solidFill>
                  <a:schemeClr val="dk1"/>
                </a:solidFill>
                <a:latin typeface="Calibri"/>
                <a:ea typeface="Calibri"/>
                <a:cs typeface="Calibri"/>
                <a:sym typeface="Calibri"/>
              </a:rPr>
              <a:t>similar al de esfuerzos anteriores</a:t>
            </a:r>
            <a:r>
              <a:rPr b="0" i="1" lang="es-AR" sz="2800" u="none" cap="none" strike="noStrike">
                <a:solidFill>
                  <a:schemeClr val="dk1"/>
                </a:solidFill>
                <a:latin typeface="Calibri"/>
                <a:ea typeface="Calibri"/>
                <a:cs typeface="Calibri"/>
                <a:sym typeface="Calibri"/>
              </a:rPr>
              <a:t>, pero será menos probable que sean innovadores cuando trabajen dentro de este paradigma.</a:t>
            </a:r>
            <a:endParaRPr b="0" i="1" sz="2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
        <p:nvSpPr>
          <p:cNvPr id="612" name="Google Shape;612;p144"/>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Paradigmas Organizacionales del equipo</a:t>
            </a:r>
            <a:endParaRPr/>
          </a:p>
        </p:txBody>
      </p:sp>
      <p:sp>
        <p:nvSpPr>
          <p:cNvPr id="613" name="Google Shape;613;p144"/>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14" name="Google Shape;614;p144"/>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15" name="Google Shape;615;p144"/>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id="616" name="Google Shape;616;p144"/>
          <p:cNvPicPr preferRelativeResize="0"/>
          <p:nvPr/>
        </p:nvPicPr>
        <p:blipFill rotWithShape="1">
          <a:blip r:embed="rId3">
            <a:alphaModFix/>
          </a:blip>
          <a:srcRect b="0" l="0" r="0" t="0"/>
          <a:stretch/>
        </p:blipFill>
        <p:spPr>
          <a:xfrm>
            <a:off x="9651420" y="4680719"/>
            <a:ext cx="2081880" cy="164484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145"/>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p145"/>
          <p:cNvSpPr/>
          <p:nvPr/>
        </p:nvSpPr>
        <p:spPr>
          <a:xfrm>
            <a:off x="1094964" y="1926770"/>
            <a:ext cx="10220736" cy="4398789"/>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2- </a:t>
            </a:r>
            <a:r>
              <a:rPr b="1" i="0" lang="es-AR" sz="2800" u="none" cap="none" strike="noStrike">
                <a:solidFill>
                  <a:schemeClr val="dk1"/>
                </a:solidFill>
                <a:latin typeface="Calibri"/>
                <a:ea typeface="Calibri"/>
                <a:cs typeface="Calibri"/>
                <a:sym typeface="Calibri"/>
              </a:rPr>
              <a:t>Paradigma abierto </a:t>
            </a:r>
            <a:r>
              <a:rPr b="0" i="0" lang="es-AR" sz="2800" u="none" cap="none" strike="noStrike">
                <a:solidFill>
                  <a:schemeClr val="dk1"/>
                </a:solidFill>
                <a:latin typeface="Calibri"/>
                <a:ea typeface="Calibri"/>
                <a:cs typeface="Calibri"/>
                <a:sym typeface="Calibri"/>
              </a:rPr>
              <a:t>intenta estructurar un equipo de manera que logre algunos de los controles asociados con el paradigma cerrado, pero también mucha de la innovación que ocurre cuando se usa el paradigma aleatorio. </a:t>
            </a:r>
            <a:endParaRPr/>
          </a:p>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El trabajo se realiza de manera colaborativa; la gran comunicación y la toma de decisiones consensuadas constituyen las características de los equipos de paradigma abierto. Es un equipo democrático y con decisiones consensuadas.</a:t>
            </a:r>
            <a:endParaRPr b="0" i="0" sz="2800" u="none" cap="none" strike="noStrike">
              <a:solidFill>
                <a:schemeClr val="dk1"/>
              </a:solidFill>
              <a:latin typeface="Arial"/>
              <a:ea typeface="Arial"/>
              <a:cs typeface="Arial"/>
              <a:sym typeface="Arial"/>
            </a:endParaRPr>
          </a:p>
          <a:p>
            <a:pPr indent="0" lvl="0" marL="0" marR="0" rtl="0" algn="just">
              <a:lnSpc>
                <a:spcPct val="85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0" lvl="0" marL="0" marR="0" rtl="0" algn="l">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Las estructuras de equipo de este paradigma son muy </a:t>
            </a:r>
            <a:endParaRPr/>
          </a:p>
          <a:p>
            <a:pPr indent="0" lvl="0" marL="0" marR="0" rtl="0" algn="l">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adecuadas para la </a:t>
            </a:r>
            <a:r>
              <a:rPr b="0" i="1" lang="es-AR" sz="2800" u="sng" cap="none" strike="noStrike">
                <a:solidFill>
                  <a:schemeClr val="dk1"/>
                </a:solidFill>
                <a:latin typeface="Calibri"/>
                <a:ea typeface="Calibri"/>
                <a:cs typeface="Calibri"/>
                <a:sym typeface="Calibri"/>
              </a:rPr>
              <a:t>solución de problemas complejos</a:t>
            </a:r>
            <a:r>
              <a:rPr b="0" i="1" lang="es-AR" sz="2800" u="none" cap="none" strike="noStrike">
                <a:solidFill>
                  <a:schemeClr val="dk1"/>
                </a:solidFill>
                <a:latin typeface="Calibri"/>
                <a:ea typeface="Calibri"/>
                <a:cs typeface="Calibri"/>
                <a:sym typeface="Calibri"/>
              </a:rPr>
              <a:t>, </a:t>
            </a:r>
            <a:endParaRPr/>
          </a:p>
          <a:p>
            <a:pPr indent="0" lvl="0" marL="0" marR="0" rtl="0" algn="l">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pero pueden no desempeñarse tan eficazmente como </a:t>
            </a:r>
            <a:endParaRPr/>
          </a:p>
          <a:p>
            <a:pPr indent="0" lvl="0" marL="0" marR="0" rtl="0" algn="l">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otros equipos.</a:t>
            </a:r>
            <a:endParaRPr b="0" i="1" sz="2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
        <p:nvSpPr>
          <p:cNvPr id="623" name="Google Shape;623;p145"/>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Paradigmas Organizacionales del equipo</a:t>
            </a:r>
            <a:endParaRPr/>
          </a:p>
        </p:txBody>
      </p:sp>
      <p:sp>
        <p:nvSpPr>
          <p:cNvPr id="624" name="Google Shape;624;p145"/>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25" name="Google Shape;625;p145"/>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26" name="Google Shape;626;p145"/>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id="627" name="Google Shape;627;p145"/>
          <p:cNvPicPr preferRelativeResize="0"/>
          <p:nvPr/>
        </p:nvPicPr>
        <p:blipFill rotWithShape="1">
          <a:blip r:embed="rId3">
            <a:alphaModFix/>
          </a:blip>
          <a:srcRect b="0" l="0" r="0" t="0"/>
          <a:stretch/>
        </p:blipFill>
        <p:spPr>
          <a:xfrm>
            <a:off x="9591184" y="4536317"/>
            <a:ext cx="1724516" cy="1937878"/>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1" name="Shape 631"/>
        <p:cNvGrpSpPr/>
        <p:nvPr/>
      </p:nvGrpSpPr>
      <p:grpSpPr>
        <a:xfrm>
          <a:off x="0" y="0"/>
          <a:ext cx="0" cy="0"/>
          <a:chOff x="0" y="0"/>
          <a:chExt cx="0" cy="0"/>
        </a:xfrm>
      </p:grpSpPr>
      <p:sp>
        <p:nvSpPr>
          <p:cNvPr id="632" name="Google Shape;632;p146"/>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146"/>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4" name="Google Shape;634;p146"/>
          <p:cNvSpPr/>
          <p:nvPr/>
        </p:nvSpPr>
        <p:spPr>
          <a:xfrm>
            <a:off x="1094964" y="1926770"/>
            <a:ext cx="10220736" cy="4398789"/>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3- </a:t>
            </a:r>
            <a:r>
              <a:rPr b="1" i="0" lang="es-AR" sz="2800" u="none" cap="none" strike="noStrike">
                <a:solidFill>
                  <a:schemeClr val="dk1"/>
                </a:solidFill>
                <a:latin typeface="Calibri"/>
                <a:ea typeface="Calibri"/>
                <a:cs typeface="Calibri"/>
                <a:sym typeface="Calibri"/>
              </a:rPr>
              <a:t>Paradigma síncrono </a:t>
            </a:r>
            <a:r>
              <a:rPr b="0" i="0" lang="es-AR" sz="2800" u="none" cap="none" strike="noStrike">
                <a:solidFill>
                  <a:schemeClr val="dk1"/>
                </a:solidFill>
                <a:latin typeface="Calibri"/>
                <a:ea typeface="Calibri"/>
                <a:cs typeface="Calibri"/>
                <a:sym typeface="Calibri"/>
              </a:rPr>
              <a:t>se apoya en la compartimentalización natural de un problema y organiza a los miembros del equipo para trabajar en trozos del problema con poca comunicación activa entre ellos. </a:t>
            </a:r>
            <a:endParaRPr/>
          </a:p>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Es un equipo descentralizado y controlado a la vez, utiliza la política de divide y vencerás.</a:t>
            </a:r>
            <a:endParaRPr b="0" i="0" sz="2800" u="none" cap="none" strike="noStrike">
              <a:solidFill>
                <a:schemeClr val="dk1"/>
              </a:solidFill>
              <a:latin typeface="Arial"/>
              <a:ea typeface="Arial"/>
              <a:cs typeface="Arial"/>
              <a:sym typeface="Arial"/>
            </a:endParaRPr>
          </a:p>
          <a:p>
            <a:pPr indent="0" lvl="0" marL="0" marR="0" rtl="0" algn="just">
              <a:lnSpc>
                <a:spcPct val="85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Este tipo de organización es buena cuando la </a:t>
            </a:r>
            <a:endParaRPr/>
          </a:p>
          <a:p>
            <a:pPr indent="0" lvl="0" marL="0" marR="0" rtl="0" algn="just">
              <a:lnSpc>
                <a:spcPct val="85000"/>
              </a:lnSpc>
              <a:spcBef>
                <a:spcPts val="0"/>
              </a:spcBef>
              <a:spcAft>
                <a:spcPts val="0"/>
              </a:spcAft>
              <a:buNone/>
            </a:pPr>
            <a:r>
              <a:rPr b="0" i="1" lang="es-AR" sz="2800" u="sng" cap="none" strike="noStrike">
                <a:solidFill>
                  <a:schemeClr val="dk1"/>
                </a:solidFill>
                <a:latin typeface="Calibri"/>
                <a:ea typeface="Calibri"/>
                <a:cs typeface="Calibri"/>
                <a:sym typeface="Calibri"/>
              </a:rPr>
              <a:t>complejidad y tamaño del problema es elevada</a:t>
            </a:r>
            <a:r>
              <a:rPr b="0" i="1" lang="es-AR" sz="2800" u="none" cap="none" strike="noStrike">
                <a:solidFill>
                  <a:schemeClr val="dk1"/>
                </a:solidFill>
                <a:latin typeface="Calibri"/>
                <a:ea typeface="Calibri"/>
                <a:cs typeface="Calibri"/>
                <a:sym typeface="Calibri"/>
              </a:rPr>
              <a:t>. </a:t>
            </a:r>
            <a:endParaRPr/>
          </a:p>
          <a:p>
            <a:pPr indent="0" lvl="0" marL="0" marR="0" rtl="0" algn="just">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El fraccionamiento del problema puede llevar a </a:t>
            </a:r>
            <a:endParaRPr/>
          </a:p>
          <a:p>
            <a:pPr indent="0" lvl="0" marL="0" marR="0" rtl="0" algn="just">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crear un producto no requerido debido a que los </a:t>
            </a:r>
            <a:endParaRPr/>
          </a:p>
          <a:p>
            <a:pPr indent="0" lvl="0" marL="0" marR="0" rtl="0" algn="just">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subgrupos no tienen adecuada comunicación.</a:t>
            </a:r>
            <a:endParaRPr b="0" i="1" sz="2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
        <p:nvSpPr>
          <p:cNvPr id="635" name="Google Shape;635;p146"/>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Paradigmas Organizacionales del equipo</a:t>
            </a:r>
            <a:endParaRPr/>
          </a:p>
        </p:txBody>
      </p:sp>
      <p:sp>
        <p:nvSpPr>
          <p:cNvPr id="636" name="Google Shape;636;p146"/>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37" name="Google Shape;637;p146"/>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38" name="Google Shape;638;p146"/>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id="639" name="Google Shape;639;p146"/>
          <p:cNvPicPr preferRelativeResize="0"/>
          <p:nvPr/>
        </p:nvPicPr>
        <p:blipFill rotWithShape="1">
          <a:blip r:embed="rId3">
            <a:alphaModFix/>
          </a:blip>
          <a:srcRect b="0" l="0" r="0" t="0"/>
          <a:stretch/>
        </p:blipFill>
        <p:spPr>
          <a:xfrm>
            <a:off x="8493489" y="3920350"/>
            <a:ext cx="3023640" cy="21391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3" name="Shape 643"/>
        <p:cNvGrpSpPr/>
        <p:nvPr/>
      </p:nvGrpSpPr>
      <p:grpSpPr>
        <a:xfrm>
          <a:off x="0" y="0"/>
          <a:ext cx="0" cy="0"/>
          <a:chOff x="0" y="0"/>
          <a:chExt cx="0" cy="0"/>
        </a:xfrm>
      </p:grpSpPr>
      <p:sp>
        <p:nvSpPr>
          <p:cNvPr id="644" name="Google Shape;644;p147"/>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5" name="Google Shape;645;p147"/>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6" name="Google Shape;646;p147"/>
          <p:cNvSpPr/>
          <p:nvPr/>
        </p:nvSpPr>
        <p:spPr>
          <a:xfrm>
            <a:off x="1094964" y="1926770"/>
            <a:ext cx="10220736" cy="4398789"/>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4- </a:t>
            </a:r>
            <a:r>
              <a:rPr b="1" i="0" lang="es-AR" sz="2800" u="none" cap="none" strike="noStrike">
                <a:solidFill>
                  <a:schemeClr val="dk1"/>
                </a:solidFill>
                <a:latin typeface="Calibri"/>
                <a:ea typeface="Calibri"/>
                <a:cs typeface="Calibri"/>
                <a:sym typeface="Calibri"/>
              </a:rPr>
              <a:t>Paradigma aleatorio </a:t>
            </a:r>
            <a:r>
              <a:rPr b="0" i="0" lang="es-AR" sz="2800" u="none" cap="none" strike="noStrike">
                <a:solidFill>
                  <a:schemeClr val="dk1"/>
                </a:solidFill>
                <a:latin typeface="Calibri"/>
                <a:ea typeface="Calibri"/>
                <a:cs typeface="Calibri"/>
                <a:sym typeface="Calibri"/>
              </a:rPr>
              <a:t>estructura un equipo de manera holgada y depende de la iniciativa individual de los miembros del equipo. </a:t>
            </a:r>
            <a:endParaRPr/>
          </a:p>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Los miembros se organizan entre ellos y no se requiere de un líder definido. </a:t>
            </a:r>
            <a:endParaRPr/>
          </a:p>
          <a:p>
            <a:pPr indent="0" lvl="0" marL="0" marR="0" rtl="0" algn="just">
              <a:lnSpc>
                <a:spcPct val="85000"/>
              </a:lnSpc>
              <a:spcBef>
                <a:spcPts val="0"/>
              </a:spcBef>
              <a:spcAft>
                <a:spcPts val="0"/>
              </a:spcAft>
              <a:buNone/>
            </a:pPr>
            <a:r>
              <a:rPr b="0" i="0" lang="es-AR" sz="2800" u="none" cap="none" strike="noStrike">
                <a:solidFill>
                  <a:schemeClr val="dk1"/>
                </a:solidFill>
                <a:latin typeface="Calibri"/>
                <a:ea typeface="Calibri"/>
                <a:cs typeface="Calibri"/>
                <a:sym typeface="Calibri"/>
              </a:rPr>
              <a:t>Las trayectorias de comunicación pueden ser </a:t>
            </a:r>
            <a:r>
              <a:rPr b="1" i="0" lang="es-AR" sz="2800" u="none" cap="none" strike="noStrike">
                <a:solidFill>
                  <a:schemeClr val="dk1"/>
                </a:solidFill>
                <a:latin typeface="Calibri"/>
                <a:ea typeface="Calibri"/>
                <a:cs typeface="Calibri"/>
                <a:sym typeface="Calibri"/>
              </a:rPr>
              <a:t>cualquiera</a:t>
            </a:r>
            <a:r>
              <a:rPr b="0" i="0" lang="es-AR" sz="2800" u="none" cap="none" strike="noStrike">
                <a:solidFill>
                  <a:schemeClr val="dk1"/>
                </a:solidFill>
                <a:latin typeface="Calibri"/>
                <a:ea typeface="Calibri"/>
                <a:cs typeface="Calibri"/>
                <a:sym typeface="Calibri"/>
              </a:rPr>
              <a:t> de los otros tres paradigmas.</a:t>
            </a:r>
            <a:endParaRPr b="0" i="0" sz="2800" u="none" cap="none" strike="noStrike">
              <a:solidFill>
                <a:schemeClr val="dk1"/>
              </a:solidFill>
              <a:latin typeface="Arial"/>
              <a:ea typeface="Arial"/>
              <a:cs typeface="Arial"/>
              <a:sym typeface="Arial"/>
            </a:endParaRPr>
          </a:p>
          <a:p>
            <a:pPr indent="0" lvl="0" marL="0" marR="0" rtl="0" algn="just">
              <a:lnSpc>
                <a:spcPct val="85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a:p>
            <a:pPr indent="0" lvl="0" marL="0" marR="0" rtl="0" algn="just">
              <a:lnSpc>
                <a:spcPct val="85000"/>
              </a:lnSpc>
              <a:spcBef>
                <a:spcPts val="0"/>
              </a:spcBef>
              <a:spcAft>
                <a:spcPts val="0"/>
              </a:spcAft>
              <a:buNone/>
            </a:pPr>
            <a:r>
              <a:rPr b="0" i="1" lang="es-AR" sz="2800" u="none" cap="none" strike="noStrike">
                <a:solidFill>
                  <a:schemeClr val="dk1"/>
                </a:solidFill>
                <a:latin typeface="Calibri"/>
                <a:ea typeface="Calibri"/>
                <a:cs typeface="Calibri"/>
                <a:sym typeface="Calibri"/>
              </a:rPr>
              <a:t>Cuando se </a:t>
            </a:r>
            <a:r>
              <a:rPr b="0" i="1" lang="es-AR" sz="2800" u="sng" cap="none" strike="noStrike">
                <a:solidFill>
                  <a:schemeClr val="dk1"/>
                </a:solidFill>
                <a:latin typeface="Calibri"/>
                <a:ea typeface="Calibri"/>
                <a:cs typeface="Calibri"/>
                <a:sym typeface="Calibri"/>
              </a:rPr>
              <a:t>requiere innovación o avance tecnológico</a:t>
            </a:r>
            <a:r>
              <a:rPr b="0" i="1" lang="es-AR" sz="2800" u="none" cap="none" strike="noStrike">
                <a:solidFill>
                  <a:schemeClr val="dk1"/>
                </a:solidFill>
                <a:latin typeface="Calibri"/>
                <a:ea typeface="Calibri"/>
                <a:cs typeface="Calibri"/>
                <a:sym typeface="Calibri"/>
              </a:rPr>
              <a:t>, destacarán los equipos que siguen este paradigma, pero pueden batallar cuando se requiera “desempeño ordenado”.</a:t>
            </a:r>
            <a:endParaRPr b="0" i="1" sz="2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2800" u="none" cap="none" strike="noStrike">
              <a:solidFill>
                <a:schemeClr val="dk1"/>
              </a:solidFill>
              <a:latin typeface="Calibri"/>
              <a:ea typeface="Calibri"/>
              <a:cs typeface="Calibri"/>
              <a:sym typeface="Calibri"/>
            </a:endParaRPr>
          </a:p>
        </p:txBody>
      </p:sp>
      <p:sp>
        <p:nvSpPr>
          <p:cNvPr id="647" name="Google Shape;647;p147"/>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Paradigmas Organizacionales del equipo</a:t>
            </a:r>
            <a:endParaRPr/>
          </a:p>
        </p:txBody>
      </p:sp>
      <p:sp>
        <p:nvSpPr>
          <p:cNvPr id="648" name="Google Shape;648;p147"/>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49" name="Google Shape;649;p147"/>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50" name="Google Shape;650;p147"/>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g3961ff0e647_0_10"/>
          <p:cNvSpPr txBox="1"/>
          <p:nvPr>
            <p:ph type="title"/>
          </p:nvPr>
        </p:nvSpPr>
        <p:spPr>
          <a:xfrm>
            <a:off x="1094975" y="294194"/>
            <a:ext cx="10040100" cy="6345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lang="es-AR"/>
              <a:t>Síntesis</a:t>
            </a:r>
            <a:endParaRPr/>
          </a:p>
        </p:txBody>
      </p:sp>
      <p:sp>
        <p:nvSpPr>
          <p:cNvPr id="657" name="Google Shape;657;g3961ff0e647_0_10"/>
          <p:cNvSpPr txBox="1"/>
          <p:nvPr>
            <p:ph idx="12" type="sldNum"/>
          </p:nvPr>
        </p:nvSpPr>
        <p:spPr>
          <a:xfrm>
            <a:off x="9883189" y="6613551"/>
            <a:ext cx="1308900" cy="3738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48"/>
              <a:buFont typeface="Arial"/>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id="658" name="Google Shape;658;g3961ff0e647_0_10" title="paradigamas.jpg"/>
          <p:cNvPicPr preferRelativeResize="0"/>
          <p:nvPr/>
        </p:nvPicPr>
        <p:blipFill>
          <a:blip r:embed="rId3">
            <a:alphaModFix/>
          </a:blip>
          <a:stretch>
            <a:fillRect/>
          </a:stretch>
        </p:blipFill>
        <p:spPr>
          <a:xfrm>
            <a:off x="210876" y="1040300"/>
            <a:ext cx="10230050" cy="570565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148"/>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148"/>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148"/>
          <p:cNvSpPr/>
          <p:nvPr/>
        </p:nvSpPr>
        <p:spPr>
          <a:xfrm>
            <a:off x="920147" y="1778134"/>
            <a:ext cx="10271927" cy="4547426"/>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Sin importar la organización del equipo, el objetivo a alcanzar es lograr un equipo que muestre cohesión. Que se consolide. Los miembros de un equipo consolidado son mucho más productivos y motivados.</a:t>
            </a:r>
            <a:endParaRPr/>
          </a:p>
          <a:p>
            <a:pPr indent="-449263" lvl="0" marL="538163" marR="0" rtl="0" algn="just">
              <a:lnSpc>
                <a:spcPct val="100000"/>
              </a:lnSpc>
              <a:spcBef>
                <a:spcPts val="0"/>
              </a:spcBef>
              <a:spcAft>
                <a:spcPts val="0"/>
              </a:spcAft>
              <a:buClr>
                <a:srgbClr val="C00000"/>
              </a:buClr>
              <a:buSzPts val="1400"/>
              <a:buFont typeface="Noto Sans Symbols"/>
              <a:buNone/>
            </a:pPr>
            <a:r>
              <a:t/>
            </a:r>
            <a:endParaRPr b="0" i="0" sz="1400" u="none" cap="none" strike="noStrike">
              <a:solidFill>
                <a:schemeClr val="dk1"/>
              </a:solidFill>
              <a:latin typeface="Calibri"/>
              <a:ea typeface="Calibri"/>
              <a:cs typeface="Calibri"/>
              <a:sym typeface="Calibri"/>
            </a:endParaRPr>
          </a:p>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Un grupo </a:t>
            </a:r>
            <a:r>
              <a:rPr b="1" i="0" lang="es-AR" sz="2800" u="sng" cap="none" strike="noStrike">
                <a:solidFill>
                  <a:schemeClr val="dk1"/>
                </a:solidFill>
                <a:latin typeface="Calibri"/>
                <a:ea typeface="Calibri"/>
                <a:cs typeface="Calibri"/>
                <a:sym typeface="Calibri"/>
              </a:rPr>
              <a:t>cohesivo</a:t>
            </a:r>
            <a:r>
              <a:rPr b="0" i="0" lang="es-AR" sz="2800" u="none" cap="none" strike="noStrike">
                <a:solidFill>
                  <a:schemeClr val="dk1"/>
                </a:solidFill>
                <a:latin typeface="Calibri"/>
                <a:ea typeface="Calibri"/>
                <a:cs typeface="Calibri"/>
                <a:sym typeface="Calibri"/>
              </a:rPr>
              <a:t> tiene beneficios:</a:t>
            </a:r>
            <a:endParaRPr b="0" i="0" sz="2800" u="none" cap="none" strike="noStrike">
              <a:solidFill>
                <a:schemeClr val="dk1"/>
              </a:solidFill>
              <a:latin typeface="Calibri"/>
              <a:ea typeface="Calibri"/>
              <a:cs typeface="Calibri"/>
              <a:sym typeface="Calibri"/>
            </a:endParaRPr>
          </a:p>
          <a:p>
            <a:pPr indent="-358775" lvl="2" marL="800100" marR="0" rtl="0" algn="l">
              <a:lnSpc>
                <a:spcPct val="85000"/>
              </a:lnSpc>
              <a:spcBef>
                <a:spcPts val="1301"/>
              </a:spcBef>
              <a:spcAft>
                <a:spcPts val="0"/>
              </a:spcAft>
              <a:buClr>
                <a:srgbClr val="000000"/>
              </a:buClr>
              <a:buSzPts val="2160"/>
              <a:buFont typeface="Noto Sans Symbols"/>
              <a:buAutoNum type="arabicPeriod"/>
            </a:pPr>
            <a:r>
              <a:rPr b="0" i="0" lang="es-AR" sz="2400" u="none" cap="none" strike="noStrike">
                <a:solidFill>
                  <a:schemeClr val="dk1"/>
                </a:solidFill>
                <a:latin typeface="Calibri"/>
                <a:ea typeface="Calibri"/>
                <a:cs typeface="Calibri"/>
                <a:sym typeface="Calibri"/>
              </a:rPr>
              <a:t>Puede establecer sus propios estándares de calidad</a:t>
            </a:r>
            <a:endParaRPr b="0" i="0" sz="2400" u="none" cap="none" strike="noStrike">
              <a:solidFill>
                <a:schemeClr val="dk1"/>
              </a:solidFill>
              <a:latin typeface="Calibri"/>
              <a:ea typeface="Calibri"/>
              <a:cs typeface="Calibri"/>
              <a:sym typeface="Calibri"/>
            </a:endParaRPr>
          </a:p>
          <a:p>
            <a:pPr indent="-358775" lvl="2" marL="800100" marR="0" rtl="0" algn="l">
              <a:lnSpc>
                <a:spcPct val="85000"/>
              </a:lnSpc>
              <a:spcBef>
                <a:spcPts val="1301"/>
              </a:spcBef>
              <a:spcAft>
                <a:spcPts val="0"/>
              </a:spcAft>
              <a:buClr>
                <a:srgbClr val="000000"/>
              </a:buClr>
              <a:buSzPts val="2160"/>
              <a:buFont typeface="Noto Sans Symbols"/>
              <a:buAutoNum type="arabicPeriod"/>
            </a:pPr>
            <a:r>
              <a:rPr b="0" i="0" lang="es-AR" sz="2400" u="none" cap="none" strike="noStrike">
                <a:solidFill>
                  <a:schemeClr val="dk1"/>
                </a:solidFill>
                <a:latin typeface="Calibri"/>
                <a:ea typeface="Calibri"/>
                <a:cs typeface="Calibri"/>
                <a:sym typeface="Calibri"/>
              </a:rPr>
              <a:t>Los individuos aprenden de los demás y se apoyan mutuamente</a:t>
            </a:r>
            <a:endParaRPr b="0" i="0" sz="2400" u="none" cap="none" strike="noStrike">
              <a:solidFill>
                <a:schemeClr val="dk1"/>
              </a:solidFill>
              <a:latin typeface="Calibri"/>
              <a:ea typeface="Calibri"/>
              <a:cs typeface="Calibri"/>
              <a:sym typeface="Calibri"/>
            </a:endParaRPr>
          </a:p>
          <a:p>
            <a:pPr indent="-358775" lvl="2" marL="800100" marR="0" rtl="0" algn="l">
              <a:lnSpc>
                <a:spcPct val="85000"/>
              </a:lnSpc>
              <a:spcBef>
                <a:spcPts val="1301"/>
              </a:spcBef>
              <a:spcAft>
                <a:spcPts val="0"/>
              </a:spcAft>
              <a:buClr>
                <a:srgbClr val="000000"/>
              </a:buClr>
              <a:buSzPts val="2160"/>
              <a:buFont typeface="Noto Sans Symbols"/>
              <a:buAutoNum type="arabicPeriod"/>
            </a:pPr>
            <a:r>
              <a:rPr b="0" i="0" lang="es-AR" sz="2400" u="none" cap="none" strike="noStrike">
                <a:solidFill>
                  <a:schemeClr val="dk1"/>
                </a:solidFill>
                <a:latin typeface="Calibri"/>
                <a:ea typeface="Calibri"/>
                <a:cs typeface="Calibri"/>
                <a:sym typeface="Calibri"/>
              </a:rPr>
              <a:t>El conocimiento se comparte</a:t>
            </a:r>
            <a:endParaRPr b="0" i="0" sz="2400" u="none" cap="none" strike="noStrike">
              <a:solidFill>
                <a:schemeClr val="dk1"/>
              </a:solidFill>
              <a:latin typeface="Calibri"/>
              <a:ea typeface="Calibri"/>
              <a:cs typeface="Calibri"/>
              <a:sym typeface="Calibri"/>
            </a:endParaRPr>
          </a:p>
          <a:p>
            <a:pPr indent="-358775" lvl="2" marL="800100" marR="0" rtl="0" algn="l">
              <a:lnSpc>
                <a:spcPct val="85000"/>
              </a:lnSpc>
              <a:spcBef>
                <a:spcPts val="1301"/>
              </a:spcBef>
              <a:spcAft>
                <a:spcPts val="0"/>
              </a:spcAft>
              <a:buClr>
                <a:srgbClr val="000000"/>
              </a:buClr>
              <a:buSzPts val="2160"/>
              <a:buFont typeface="Noto Sans Symbols"/>
              <a:buAutoNum type="arabicPeriod"/>
            </a:pPr>
            <a:r>
              <a:rPr b="0" i="0" lang="es-AR" sz="2400" u="none" cap="none" strike="noStrike">
                <a:solidFill>
                  <a:schemeClr val="dk1"/>
                </a:solidFill>
                <a:latin typeface="Calibri"/>
                <a:ea typeface="Calibri"/>
                <a:cs typeface="Calibri"/>
                <a:sym typeface="Calibri"/>
              </a:rPr>
              <a:t>Se alienta la refactorización y el mejoramiento continuo</a:t>
            </a:r>
            <a:endParaRPr b="0" i="0" sz="2400" u="none" cap="none" strike="noStrike">
              <a:solidFill>
                <a:schemeClr val="dk1"/>
              </a:solidFill>
              <a:latin typeface="Calibri"/>
              <a:ea typeface="Calibri"/>
              <a:cs typeface="Calibri"/>
              <a:sym typeface="Calibri"/>
            </a:endParaRPr>
          </a:p>
        </p:txBody>
      </p:sp>
      <p:sp>
        <p:nvSpPr>
          <p:cNvPr id="666" name="Google Shape;666;p148"/>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a:t>
            </a:r>
            <a:endParaRPr/>
          </a:p>
        </p:txBody>
      </p:sp>
      <p:sp>
        <p:nvSpPr>
          <p:cNvPr id="667" name="Google Shape;667;p148"/>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68" name="Google Shape;668;p148"/>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69" name="Google Shape;669;p148"/>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149"/>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149"/>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149"/>
          <p:cNvSpPr/>
          <p:nvPr/>
        </p:nvSpPr>
        <p:spPr>
          <a:xfrm>
            <a:off x="920147" y="1778134"/>
            <a:ext cx="10271927" cy="4547426"/>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Un equipo </a:t>
            </a:r>
            <a:r>
              <a:rPr b="1" i="0" lang="es-AR" sz="2800" u="sng" cap="none" strike="noStrike">
                <a:solidFill>
                  <a:schemeClr val="dk1"/>
                </a:solidFill>
                <a:latin typeface="Calibri"/>
                <a:ea typeface="Calibri"/>
                <a:cs typeface="Calibri"/>
                <a:sym typeface="Calibri"/>
              </a:rPr>
              <a:t>no consolidado</a:t>
            </a:r>
            <a:r>
              <a:rPr b="1" i="0" lang="es-AR" sz="2800" u="none" cap="none" strike="noStrike">
                <a:solidFill>
                  <a:schemeClr val="dk1"/>
                </a:solidFill>
                <a:latin typeface="Calibri"/>
                <a:ea typeface="Calibri"/>
                <a:cs typeface="Calibri"/>
                <a:sym typeface="Calibri"/>
              </a:rPr>
              <a:t> </a:t>
            </a:r>
            <a:r>
              <a:rPr b="0" i="0" lang="es-AR" sz="2800" u="none" cap="none" strike="noStrike">
                <a:solidFill>
                  <a:schemeClr val="dk1"/>
                </a:solidFill>
                <a:latin typeface="Calibri"/>
                <a:ea typeface="Calibri"/>
                <a:cs typeface="Calibri"/>
                <a:sym typeface="Calibri"/>
              </a:rPr>
              <a:t>suele sufrir toxicidad de equipo:</a:t>
            </a:r>
            <a:endParaRPr b="0" i="0" sz="2800" u="none" cap="none" strike="noStrike">
              <a:solidFill>
                <a:schemeClr val="dk1"/>
              </a:solidFill>
              <a:latin typeface="Calibri"/>
              <a:ea typeface="Calibri"/>
              <a:cs typeface="Calibri"/>
              <a:sym typeface="Calibri"/>
            </a:endParaRPr>
          </a:p>
          <a:p>
            <a:pPr indent="-358775" lvl="2" marL="800100" marR="0" rtl="0" algn="l">
              <a:lnSpc>
                <a:spcPct val="85000"/>
              </a:lnSpc>
              <a:spcBef>
                <a:spcPts val="1301"/>
              </a:spcBef>
              <a:spcAft>
                <a:spcPts val="0"/>
              </a:spcAft>
              <a:buClr>
                <a:srgbClr val="000000"/>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Atmósfera de trabajo frenética</a:t>
            </a:r>
            <a:endParaRPr b="0" i="0" sz="2400" u="none" cap="none" strike="noStrike">
              <a:solidFill>
                <a:schemeClr val="dk1"/>
              </a:solidFill>
              <a:latin typeface="Arial"/>
              <a:ea typeface="Arial"/>
              <a:cs typeface="Arial"/>
              <a:sym typeface="Arial"/>
            </a:endParaRPr>
          </a:p>
          <a:p>
            <a:pPr indent="-358775" lvl="2" marL="800100" marR="0" rtl="0" algn="l">
              <a:lnSpc>
                <a:spcPct val="85000"/>
              </a:lnSpc>
              <a:spcBef>
                <a:spcPts val="1301"/>
              </a:spcBef>
              <a:spcAft>
                <a:spcPts val="0"/>
              </a:spcAft>
              <a:buClr>
                <a:srgbClr val="000000"/>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Fricción entre los miembros del equipo</a:t>
            </a:r>
            <a:endParaRPr b="0" i="0" sz="2400" u="none" cap="none" strike="noStrike">
              <a:solidFill>
                <a:schemeClr val="dk1"/>
              </a:solidFill>
              <a:latin typeface="Arial"/>
              <a:ea typeface="Arial"/>
              <a:cs typeface="Arial"/>
              <a:sym typeface="Arial"/>
            </a:endParaRPr>
          </a:p>
          <a:p>
            <a:pPr indent="-358775" lvl="2" marL="800100" marR="0" rtl="0" algn="l">
              <a:lnSpc>
                <a:spcPct val="85000"/>
              </a:lnSpc>
              <a:spcBef>
                <a:spcPts val="1301"/>
              </a:spcBef>
              <a:spcAft>
                <a:spcPts val="0"/>
              </a:spcAft>
              <a:buClr>
                <a:srgbClr val="000000"/>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Proceso de software fragmentado o mal coordinado</a:t>
            </a:r>
            <a:endParaRPr b="0" i="0" sz="2400" u="none" cap="none" strike="noStrike">
              <a:solidFill>
                <a:schemeClr val="dk1"/>
              </a:solidFill>
              <a:latin typeface="Arial"/>
              <a:ea typeface="Arial"/>
              <a:cs typeface="Arial"/>
              <a:sym typeface="Arial"/>
            </a:endParaRPr>
          </a:p>
          <a:p>
            <a:pPr indent="-358775" lvl="2" marL="800100" marR="0" rtl="0" algn="l">
              <a:lnSpc>
                <a:spcPct val="85000"/>
              </a:lnSpc>
              <a:spcBef>
                <a:spcPts val="1301"/>
              </a:spcBef>
              <a:spcAft>
                <a:spcPts val="0"/>
              </a:spcAft>
              <a:buClr>
                <a:srgbClr val="000000"/>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Definición imprecisa de roles</a:t>
            </a:r>
            <a:endParaRPr b="0" i="0" sz="2400" u="none" cap="none" strike="noStrike">
              <a:solidFill>
                <a:schemeClr val="dk1"/>
              </a:solidFill>
              <a:latin typeface="Arial"/>
              <a:ea typeface="Arial"/>
              <a:cs typeface="Arial"/>
              <a:sym typeface="Arial"/>
            </a:endParaRPr>
          </a:p>
          <a:p>
            <a:pPr indent="-358775" lvl="2" marL="800100" marR="0" rtl="0" algn="l">
              <a:lnSpc>
                <a:spcPct val="85000"/>
              </a:lnSpc>
              <a:spcBef>
                <a:spcPts val="1301"/>
              </a:spcBef>
              <a:spcAft>
                <a:spcPts val="0"/>
              </a:spcAft>
              <a:buClr>
                <a:srgbClr val="000000"/>
              </a:buClr>
              <a:buSzPts val="2400"/>
              <a:buFont typeface="Noto Sans Symbols"/>
              <a:buAutoNum type="arabicPeriod"/>
            </a:pPr>
            <a:r>
              <a:rPr b="0" i="0" lang="es-AR" sz="2400" u="none" cap="none" strike="noStrike">
                <a:solidFill>
                  <a:schemeClr val="dk1"/>
                </a:solidFill>
                <a:latin typeface="Calibri"/>
                <a:ea typeface="Calibri"/>
                <a:cs typeface="Calibri"/>
                <a:sym typeface="Calibri"/>
              </a:rPr>
              <a:t>Exposición continua y repetida al fracaso</a:t>
            </a:r>
            <a:endParaRPr b="0" i="0" sz="2400" u="none" cap="none" strike="noStrike">
              <a:solidFill>
                <a:schemeClr val="dk1"/>
              </a:solidFill>
              <a:latin typeface="Calibri"/>
              <a:ea typeface="Calibri"/>
              <a:cs typeface="Calibri"/>
              <a:sym typeface="Calibri"/>
            </a:endParaRPr>
          </a:p>
        </p:txBody>
      </p:sp>
      <p:sp>
        <p:nvSpPr>
          <p:cNvPr id="677" name="Google Shape;677;p149"/>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a:t>
            </a:r>
            <a:endParaRPr/>
          </a:p>
        </p:txBody>
      </p:sp>
      <p:sp>
        <p:nvSpPr>
          <p:cNvPr id="678" name="Google Shape;678;p149"/>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79" name="Google Shape;679;p149"/>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80" name="Google Shape;680;p149"/>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150"/>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6" name="Google Shape;686;p150"/>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150"/>
          <p:cNvSpPr/>
          <p:nvPr/>
        </p:nvSpPr>
        <p:spPr>
          <a:xfrm>
            <a:off x="920147" y="1778134"/>
            <a:ext cx="10271927" cy="4547426"/>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Comunicación grupal:</a:t>
            </a:r>
            <a:endParaRPr/>
          </a:p>
          <a:p>
            <a:pPr indent="-339725" lvl="1" marL="538163" marR="0" rtl="0" algn="just">
              <a:lnSpc>
                <a:spcPct val="85000"/>
              </a:lnSpc>
              <a:spcBef>
                <a:spcPts val="601"/>
              </a:spcBef>
              <a:spcAft>
                <a:spcPts val="0"/>
              </a:spcAft>
              <a:buClr>
                <a:srgbClr val="262626"/>
              </a:buClr>
              <a:buSzPts val="2600"/>
              <a:buFont typeface="Arial"/>
              <a:buChar char=" "/>
            </a:pPr>
            <a:r>
              <a:rPr b="0" i="0" lang="es-AR" sz="2400" u="none" cap="none" strike="noStrike">
                <a:solidFill>
                  <a:schemeClr val="dk1"/>
                </a:solidFill>
                <a:latin typeface="Calibri"/>
                <a:ea typeface="Calibri"/>
                <a:cs typeface="Calibri"/>
                <a:sym typeface="Calibri"/>
              </a:rPr>
              <a:t>Las comunicaciones en un grupo se ven influenciadas por factores como: status de los miembros del grupo, tamaño del grupo, composición de hombres y mujeres, personalidades y canales de comunicación disponible.</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1200" u="none" cap="none" strike="noStrike">
              <a:solidFill>
                <a:schemeClr val="dk1"/>
              </a:solidFill>
              <a:latin typeface="Calibri"/>
              <a:ea typeface="Calibri"/>
              <a:cs typeface="Calibri"/>
              <a:sym typeface="Calibri"/>
            </a:endParaRPr>
          </a:p>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Se deben establecer mecanismos para la comunicación entre los miembros del equipo:</a:t>
            </a:r>
            <a:endParaRPr b="0" i="0" sz="2800" u="none" cap="none" strike="noStrike">
              <a:solidFill>
                <a:schemeClr val="dk1"/>
              </a:solidFill>
              <a:latin typeface="Calibri"/>
              <a:ea typeface="Calibri"/>
              <a:cs typeface="Calibri"/>
              <a:sym typeface="Calibri"/>
            </a:endParaRPr>
          </a:p>
          <a:p>
            <a:pPr indent="-261937" lvl="2" marL="800100" marR="0" rtl="0" algn="just">
              <a:lnSpc>
                <a:spcPct val="85000"/>
              </a:lnSpc>
              <a:spcBef>
                <a:spcPts val="601"/>
              </a:spcBef>
              <a:spcAft>
                <a:spcPts val="0"/>
              </a:spcAft>
              <a:buClr>
                <a:srgbClr val="C00000"/>
              </a:buClr>
              <a:buSzPts val="2600"/>
              <a:buFont typeface="Arial"/>
              <a:buChar char="•"/>
            </a:pPr>
            <a:r>
              <a:rPr b="0" i="0" lang="es-AR" sz="2400" u="sng" cap="none" strike="noStrike">
                <a:solidFill>
                  <a:schemeClr val="dk1"/>
                </a:solidFill>
                <a:latin typeface="Calibri"/>
                <a:ea typeface="Calibri"/>
                <a:cs typeface="Calibri"/>
                <a:sym typeface="Calibri"/>
              </a:rPr>
              <a:t>Comunicación formal</a:t>
            </a:r>
            <a:r>
              <a:rPr b="0" i="0" lang="es-AR" sz="2400" u="none" cap="none" strike="noStrike">
                <a:solidFill>
                  <a:schemeClr val="dk1"/>
                </a:solidFill>
                <a:latin typeface="Calibri"/>
                <a:ea typeface="Calibri"/>
                <a:cs typeface="Calibri"/>
                <a:sym typeface="Calibri"/>
              </a:rPr>
              <a:t>: a través de reuniones, escritos y otros canales no interactivos</a:t>
            </a:r>
            <a:endParaRPr b="0" i="0" sz="2400" u="none" cap="none" strike="noStrike">
              <a:solidFill>
                <a:schemeClr val="dk1"/>
              </a:solidFill>
              <a:latin typeface="Calibri"/>
              <a:ea typeface="Calibri"/>
              <a:cs typeface="Calibri"/>
              <a:sym typeface="Calibri"/>
            </a:endParaRPr>
          </a:p>
          <a:p>
            <a:pPr indent="-261937" lvl="2" marL="800100" marR="0" rtl="0" algn="just">
              <a:lnSpc>
                <a:spcPct val="85000"/>
              </a:lnSpc>
              <a:spcBef>
                <a:spcPts val="601"/>
              </a:spcBef>
              <a:spcAft>
                <a:spcPts val="0"/>
              </a:spcAft>
              <a:buClr>
                <a:srgbClr val="C00000"/>
              </a:buClr>
              <a:buSzPts val="2600"/>
              <a:buFont typeface="Arial"/>
              <a:buChar char="•"/>
            </a:pPr>
            <a:r>
              <a:rPr b="0" i="0" lang="es-AR" sz="2400" u="sng" cap="none" strike="noStrike">
                <a:solidFill>
                  <a:schemeClr val="dk1"/>
                </a:solidFill>
                <a:latin typeface="Calibri"/>
                <a:ea typeface="Calibri"/>
                <a:cs typeface="Calibri"/>
                <a:sym typeface="Calibri"/>
              </a:rPr>
              <a:t>Comunicación informal</a:t>
            </a:r>
            <a:r>
              <a:rPr b="0" i="0" lang="es-AR" sz="2400" u="none" cap="none" strike="noStrike">
                <a:solidFill>
                  <a:schemeClr val="dk1"/>
                </a:solidFill>
                <a:latin typeface="Calibri"/>
                <a:ea typeface="Calibri"/>
                <a:cs typeface="Calibri"/>
                <a:sym typeface="Calibri"/>
              </a:rPr>
              <a:t>: Los miembros comparten ideas sobre la marcha.  </a:t>
            </a:r>
            <a:endParaRPr b="0" i="0" sz="2400" u="none" cap="none" strike="noStrike">
              <a:solidFill>
                <a:schemeClr val="dk1"/>
              </a:solidFill>
              <a:latin typeface="Calibri"/>
              <a:ea typeface="Calibri"/>
              <a:cs typeface="Calibri"/>
              <a:sym typeface="Calibri"/>
            </a:endParaRPr>
          </a:p>
        </p:txBody>
      </p:sp>
      <p:sp>
        <p:nvSpPr>
          <p:cNvPr id="688" name="Google Shape;688;p150"/>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a:t>
            </a:r>
            <a:endParaRPr/>
          </a:p>
        </p:txBody>
      </p:sp>
      <p:sp>
        <p:nvSpPr>
          <p:cNvPr id="689" name="Google Shape;689;p150"/>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690" name="Google Shape;690;p150"/>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691" name="Google Shape;691;p150"/>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151"/>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151"/>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8" name="Google Shape;698;p151"/>
          <p:cNvSpPr/>
          <p:nvPr/>
        </p:nvSpPr>
        <p:spPr>
          <a:xfrm>
            <a:off x="920147" y="1778134"/>
            <a:ext cx="10271927" cy="4547426"/>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Muchas organizaciones de software defienden el desarrollo ágil de software, lo que conlleva a crear equipos pequeños y muy motivados, lo que se denomina </a:t>
            </a:r>
            <a:r>
              <a:rPr b="0" i="0" lang="es-AR" sz="2800" u="sng" cap="none" strike="noStrike">
                <a:solidFill>
                  <a:schemeClr val="dk1"/>
                </a:solidFill>
                <a:latin typeface="Calibri"/>
                <a:ea typeface="Calibri"/>
                <a:cs typeface="Calibri"/>
                <a:sym typeface="Calibri"/>
              </a:rPr>
              <a:t>equipo ágil</a:t>
            </a:r>
            <a:r>
              <a:rPr b="0" i="0" lang="es-AR" sz="2800" u="none" cap="none" strike="noStrike">
                <a:solidFill>
                  <a:schemeClr val="dk1"/>
                </a:solidFill>
                <a:latin typeface="Calibri"/>
                <a:ea typeface="Calibri"/>
                <a:cs typeface="Calibri"/>
                <a:sym typeface="Calibri"/>
              </a:rPr>
              <a:t>. </a:t>
            </a:r>
            <a:endParaRPr/>
          </a:p>
          <a:p>
            <a:pPr indent="-474663" lvl="0" marL="538163" marR="0" rtl="0" algn="just">
              <a:lnSpc>
                <a:spcPct val="100000"/>
              </a:lnSpc>
              <a:spcBef>
                <a:spcPts val="0"/>
              </a:spcBef>
              <a:spcAft>
                <a:spcPts val="0"/>
              </a:spcAft>
              <a:buClr>
                <a:srgbClr val="C00000"/>
              </a:buClr>
              <a:buSzPts val="1000"/>
              <a:buFont typeface="Noto Sans Symbols"/>
              <a:buNone/>
            </a:pPr>
            <a:r>
              <a:t/>
            </a:r>
            <a:endParaRPr b="0" i="0" sz="1000" u="none" cap="none" strike="noStrike">
              <a:solidFill>
                <a:schemeClr val="dk1"/>
              </a:solidFill>
              <a:latin typeface="Calibri"/>
              <a:ea typeface="Calibri"/>
              <a:cs typeface="Calibri"/>
              <a:sym typeface="Calibri"/>
            </a:endParaRPr>
          </a:p>
          <a:p>
            <a:pPr indent="-441325" lvl="1" marL="979488" marR="0" rtl="0" algn="just">
              <a:lnSpc>
                <a:spcPct val="100000"/>
              </a:lnSpc>
              <a:spcBef>
                <a:spcPts val="0"/>
              </a:spcBef>
              <a:spcAft>
                <a:spcPts val="0"/>
              </a:spcAft>
              <a:buClr>
                <a:srgbClr val="C00000"/>
              </a:buClr>
              <a:buSzPts val="2800"/>
              <a:buFont typeface="Arial"/>
              <a:buChar char="•"/>
            </a:pPr>
            <a:r>
              <a:rPr b="0" i="0" lang="es-AR" sz="2800" u="none" cap="none" strike="noStrike">
                <a:solidFill>
                  <a:schemeClr val="dk1"/>
                </a:solidFill>
                <a:latin typeface="Calibri"/>
                <a:ea typeface="Calibri"/>
                <a:cs typeface="Calibri"/>
                <a:sym typeface="Calibri"/>
              </a:rPr>
              <a:t>Se hace hincapié en la competencia individual y colaboración grupal.</a:t>
            </a:r>
            <a:endParaRPr/>
          </a:p>
          <a:p>
            <a:pPr indent="-441325" lvl="1" marL="979488" marR="0" rtl="0" algn="just">
              <a:lnSpc>
                <a:spcPct val="100000"/>
              </a:lnSpc>
              <a:spcBef>
                <a:spcPts val="0"/>
              </a:spcBef>
              <a:spcAft>
                <a:spcPts val="0"/>
              </a:spcAft>
              <a:buClr>
                <a:srgbClr val="C00000"/>
              </a:buClr>
              <a:buSzPts val="2800"/>
              <a:buFont typeface="Arial"/>
              <a:buChar char="•"/>
            </a:pPr>
            <a:r>
              <a:rPr b="0" i="0" lang="es-AR" sz="2800" u="none" cap="none" strike="noStrike">
                <a:solidFill>
                  <a:schemeClr val="dk1"/>
                </a:solidFill>
                <a:latin typeface="Calibri"/>
                <a:ea typeface="Calibri"/>
                <a:cs typeface="Calibri"/>
                <a:sym typeface="Calibri"/>
              </a:rPr>
              <a:t>Son autoorganizados. </a:t>
            </a:r>
            <a:endParaRPr b="0" i="0" sz="2400" u="none" cap="none" strike="noStrike">
              <a:solidFill>
                <a:schemeClr val="dk1"/>
              </a:solidFill>
              <a:latin typeface="Calibri"/>
              <a:ea typeface="Calibri"/>
              <a:cs typeface="Calibri"/>
              <a:sym typeface="Calibri"/>
            </a:endParaRPr>
          </a:p>
        </p:txBody>
      </p:sp>
      <p:sp>
        <p:nvSpPr>
          <p:cNvPr id="699" name="Google Shape;699;p151"/>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 ágil</a:t>
            </a:r>
            <a:endParaRPr/>
          </a:p>
        </p:txBody>
      </p:sp>
      <p:sp>
        <p:nvSpPr>
          <p:cNvPr id="700" name="Google Shape;700;p151"/>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701" name="Google Shape;701;p151"/>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702" name="Google Shape;702;p151"/>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152"/>
          <p:cNvSpPr/>
          <p:nvPr/>
        </p:nvSpPr>
        <p:spPr>
          <a:xfrm>
            <a:off x="9232560" y="2935440"/>
            <a:ext cx="2919600" cy="104580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52"/>
          <p:cNvSpPr/>
          <p:nvPr/>
        </p:nvSpPr>
        <p:spPr>
          <a:xfrm>
            <a:off x="5941080" y="6585840"/>
            <a:ext cx="2157480" cy="303480"/>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52"/>
          <p:cNvSpPr/>
          <p:nvPr/>
        </p:nvSpPr>
        <p:spPr>
          <a:xfrm>
            <a:off x="920147" y="1778134"/>
            <a:ext cx="10271927" cy="4547426"/>
          </a:xfrm>
          <a:custGeom>
            <a:rect b="b" l="l" r="r" t="t"/>
            <a:pathLst>
              <a:path extrusionOk="0" h="21600" w="21600">
                <a:moveTo>
                  <a:pt x="0" y="0"/>
                </a:moveTo>
                <a:lnTo>
                  <a:pt x="21600" y="0"/>
                </a:lnTo>
                <a:lnTo>
                  <a:pt x="21600" y="21600"/>
                </a:lnTo>
                <a:lnTo>
                  <a:pt x="0" y="21600"/>
                </a:lnTo>
                <a:close/>
              </a:path>
            </a:pathLst>
          </a:custGeom>
          <a:noFill/>
          <a:ln>
            <a:noFill/>
          </a:ln>
        </p:spPr>
        <p:txBody>
          <a:bodyPr anchorCtr="0" anchor="t" bIns="45000" lIns="90000" spcFirstLastPara="1" rIns="90000" wrap="square" tIns="45000">
            <a:noAutofit/>
          </a:bodyPr>
          <a:lstStyle/>
          <a:p>
            <a:pPr indent="-538163" lvl="0" marL="538163" marR="0" rtl="0" algn="just">
              <a:lnSpc>
                <a:spcPct val="100000"/>
              </a:lnSpc>
              <a:spcBef>
                <a:spcPts val="0"/>
              </a:spcBef>
              <a:spcAft>
                <a:spcPts val="0"/>
              </a:spcAft>
              <a:buClr>
                <a:srgbClr val="C00000"/>
              </a:buClr>
              <a:buSzPts val="2800"/>
              <a:buFont typeface="Noto Sans Symbols"/>
              <a:buChar char="❖"/>
            </a:pPr>
            <a:r>
              <a:rPr b="0" i="0" lang="es-AR" sz="2800" u="none" cap="none" strike="noStrike">
                <a:solidFill>
                  <a:schemeClr val="dk1"/>
                </a:solidFill>
                <a:latin typeface="Calibri"/>
                <a:ea typeface="Calibri"/>
                <a:cs typeface="Calibri"/>
                <a:sym typeface="Calibri"/>
              </a:rPr>
              <a:t>Se parece a un paradigma aleatorio con pocos miembros</a:t>
            </a:r>
            <a:endParaRPr/>
          </a:p>
        </p:txBody>
      </p:sp>
      <p:sp>
        <p:nvSpPr>
          <p:cNvPr id="710" name="Google Shape;710;p152"/>
          <p:cNvSpPr txBox="1"/>
          <p:nvPr>
            <p:ph type="title"/>
          </p:nvPr>
        </p:nvSpPr>
        <p:spPr>
          <a:xfrm>
            <a:off x="1094964" y="294190"/>
            <a:ext cx="10040064" cy="1483944"/>
          </a:xfrm>
          <a:prstGeom prst="rect">
            <a:avLst/>
          </a:prstGeom>
          <a:noFill/>
          <a:ln>
            <a:noFill/>
          </a:ln>
        </p:spPr>
        <p:txBody>
          <a:bodyPr anchorCtr="0" anchor="b" bIns="45700" lIns="91425" spcFirstLastPara="1" rIns="91425" wrap="square" tIns="45700">
            <a:noAutofit/>
          </a:bodyPr>
          <a:lstStyle/>
          <a:p>
            <a:pPr indent="0" lvl="0" marL="0" rtl="0" algn="l">
              <a:lnSpc>
                <a:spcPct val="85000"/>
              </a:lnSpc>
              <a:spcBef>
                <a:spcPts val="0"/>
              </a:spcBef>
              <a:spcAft>
                <a:spcPts val="0"/>
              </a:spcAft>
              <a:buNone/>
            </a:pPr>
            <a:r>
              <a:rPr lang="es-AR"/>
              <a:t>El equipo de software ágil</a:t>
            </a:r>
            <a:endParaRPr/>
          </a:p>
        </p:txBody>
      </p:sp>
      <p:sp>
        <p:nvSpPr>
          <p:cNvPr id="711" name="Google Shape;711;p152"/>
          <p:cNvSpPr txBox="1"/>
          <p:nvPr>
            <p:ph idx="10" type="dt"/>
          </p:nvPr>
        </p:nvSpPr>
        <p:spPr>
          <a:xfrm>
            <a:off x="1094964" y="6613551"/>
            <a:ext cx="2468816" cy="37383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s-AR"/>
              <a:t>2026</a:t>
            </a:r>
            <a:endParaRPr/>
          </a:p>
        </p:txBody>
      </p:sp>
      <p:sp>
        <p:nvSpPr>
          <p:cNvPr id="712" name="Google Shape;712;p152"/>
          <p:cNvSpPr txBox="1"/>
          <p:nvPr>
            <p:ph idx="11" type="ftr"/>
          </p:nvPr>
        </p:nvSpPr>
        <p:spPr>
          <a:xfrm>
            <a:off x="3679456" y="6613551"/>
            <a:ext cx="4814033" cy="373831"/>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lang="es-AR"/>
              <a:t>INGENIERÍA DE SOFTWARE II</a:t>
            </a:r>
            <a:endParaRPr/>
          </a:p>
        </p:txBody>
      </p:sp>
      <p:sp>
        <p:nvSpPr>
          <p:cNvPr id="713" name="Google Shape;713;p152"/>
          <p:cNvSpPr txBox="1"/>
          <p:nvPr>
            <p:ph idx="12" type="sldNum"/>
          </p:nvPr>
        </p:nvSpPr>
        <p:spPr>
          <a:xfrm>
            <a:off x="9883189" y="6613551"/>
            <a:ext cx="1308885" cy="373831"/>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s-AR"/>
              <a:t>‹#›</a:t>
            </a:fld>
            <a:endParaRPr>
              <a:solidFill>
                <a:srgbClr val="000000"/>
              </a:solidFill>
              <a:latin typeface="Times New Roman"/>
              <a:ea typeface="Times New Roman"/>
              <a:cs typeface="Times New Roman"/>
              <a:sym typeface="Times New Roman"/>
            </a:endParaRPr>
          </a:p>
        </p:txBody>
      </p:sp>
      <p:pic>
        <p:nvPicPr>
          <p:cNvPr descr="Imagen que contiene Interfaz de usuario gráfica&#10;&#10;Descripción generada automáticamente" id="714" name="Google Shape;714;p152"/>
          <p:cNvPicPr preferRelativeResize="0"/>
          <p:nvPr/>
        </p:nvPicPr>
        <p:blipFill rotWithShape="1">
          <a:blip r:embed="rId3">
            <a:alphaModFix/>
          </a:blip>
          <a:srcRect b="8294" l="0" r="0" t="5118"/>
          <a:stretch/>
        </p:blipFill>
        <p:spPr>
          <a:xfrm>
            <a:off x="2239808" y="2465614"/>
            <a:ext cx="7632604" cy="364127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Retrospección">
  <a:themeElements>
    <a:clrScheme name="Naranja rojo">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 EAD</dc:creator>
</cp:coreProperties>
</file>