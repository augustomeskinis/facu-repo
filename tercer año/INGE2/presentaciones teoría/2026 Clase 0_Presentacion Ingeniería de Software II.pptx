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9753600" cx="17340250"/>
  <p:notesSz cx="6858000" cy="9144000"/>
  <p:embeddedFontLst>
    <p:embeddedFont>
      <p:font typeface="Libre Franklin"/>
      <p:regular r:id="rId16"/>
      <p:bold r:id="rId17"/>
      <p:italic r:id="rId18"/>
      <p:boldItalic r:id="rId19"/>
    </p:embeddedFont>
    <p:embeddedFont>
      <p:font typeface="Libre Baskerville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  <p15:guide id="3" orient="horz" pos="3072">
          <p15:clr>
            <a:srgbClr val="000000"/>
          </p15:clr>
        </p15:guide>
        <p15:guide id="4" pos="5462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gGh3NJzN3OXyKcJV/UTev1BycA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pos="3072" orient="horz"/>
        <p:guide pos="546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Baskerville-regular.fntdata"/><Relationship Id="rId11" Type="http://schemas.openxmlformats.org/officeDocument/2006/relationships/slide" Target="slides/slide6.xml"/><Relationship Id="rId22" Type="http://schemas.openxmlformats.org/officeDocument/2006/relationships/font" Target="fonts/LibreBaskerville-italic.fntdata"/><Relationship Id="rId10" Type="http://schemas.openxmlformats.org/officeDocument/2006/relationships/slide" Target="slides/slide5.xml"/><Relationship Id="rId21" Type="http://schemas.openxmlformats.org/officeDocument/2006/relationships/font" Target="fonts/LibreBaskerville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LibreBaskerville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ibreFranklin-bold.fntdata"/><Relationship Id="rId16" Type="http://schemas.openxmlformats.org/officeDocument/2006/relationships/font" Target="fonts/LibreFranklin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ibreFranklin-boldItalic.fntdata"/><Relationship Id="rId6" Type="http://schemas.openxmlformats.org/officeDocument/2006/relationships/slide" Target="slides/slide1.xml"/><Relationship Id="rId18" Type="http://schemas.openxmlformats.org/officeDocument/2006/relationships/font" Target="fonts/LibreFranklin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:notes"/>
          <p:cNvSpPr txBox="1"/>
          <p:nvPr>
            <p:ph idx="3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Ingeniera de Software I </a:t>
            </a:r>
            <a:endParaRPr/>
          </a:p>
        </p:txBody>
      </p:sp>
      <p:sp>
        <p:nvSpPr>
          <p:cNvPr id="119" name="Google Shape;119;p1:notes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1886cec2d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26" name="Google Shape;126;g11886cec2dd_0_0:notes"/>
          <p:cNvSpPr txBox="1"/>
          <p:nvPr>
            <p:ph idx="1" type="body"/>
          </p:nvPr>
        </p:nvSpPr>
        <p:spPr>
          <a:xfrm>
            <a:off x="685800" y="4400550"/>
            <a:ext cx="5486400" cy="3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11886cec2dd_0_0:notes"/>
          <p:cNvSpPr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1886cec2d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2400"/>
              <a:t>Deben elegir un turno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2400"/>
              <a:t>Para que vean las aulas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f30b4104d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1f30b4104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1f30b4104d4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1803b74a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11803b74a4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803b74a4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11803b74a40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2"/>
          <p:cNvSpPr/>
          <p:nvPr/>
        </p:nvSpPr>
        <p:spPr>
          <a:xfrm>
            <a:off x="4517" y="9103360"/>
            <a:ext cx="17335747" cy="6502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2"/>
          <p:cNvSpPr/>
          <p:nvPr/>
        </p:nvSpPr>
        <p:spPr>
          <a:xfrm>
            <a:off x="22" y="9008805"/>
            <a:ext cx="17335747" cy="910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2"/>
          <p:cNvSpPr txBox="1"/>
          <p:nvPr>
            <p:ph type="ctrTitle"/>
          </p:nvPr>
        </p:nvSpPr>
        <p:spPr>
          <a:xfrm>
            <a:off x="1560624" y="1079398"/>
            <a:ext cx="14305717" cy="50718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378"/>
              <a:buFont typeface="Calibri"/>
              <a:buNone/>
              <a:defRPr sz="11378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subTitle"/>
          </p:nvPr>
        </p:nvSpPr>
        <p:spPr>
          <a:xfrm>
            <a:off x="1564565" y="6336882"/>
            <a:ext cx="14305717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707"/>
              </a:spcBef>
              <a:spcAft>
                <a:spcPts val="0"/>
              </a:spcAft>
              <a:buSzPts val="3413"/>
              <a:buNone/>
              <a:defRPr sz="3413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84"/>
              </a:spcBef>
              <a:spcAft>
                <a:spcPts val="0"/>
              </a:spcAft>
              <a:buSzPts val="3413"/>
              <a:buNone/>
              <a:defRPr sz="3413"/>
            </a:lvl2pPr>
            <a:lvl3pPr lvl="2" algn="ctr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3413"/>
              <a:buNone/>
              <a:defRPr sz="3413"/>
            </a:lvl3pPr>
            <a:lvl4pPr lvl="3" algn="ctr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2844"/>
              <a:buNone/>
              <a:defRPr sz="2844"/>
            </a:lvl4pPr>
            <a:lvl5pPr lvl="4" algn="ctr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2844"/>
              <a:buNone/>
              <a:defRPr sz="2844"/>
            </a:lvl5pPr>
            <a:lvl6pPr lvl="5" algn="ctr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2844"/>
              <a:buNone/>
              <a:defRPr sz="2844"/>
            </a:lvl6pPr>
            <a:lvl7pPr lvl="6" algn="ctr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2844"/>
              <a:buNone/>
              <a:defRPr sz="2844"/>
            </a:lvl7pPr>
            <a:lvl8pPr lvl="7" algn="ctr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2844"/>
              <a:buNone/>
              <a:defRPr sz="2844"/>
            </a:lvl8pPr>
            <a:lvl9pPr lvl="8" algn="ctr">
              <a:lnSpc>
                <a:spcPct val="90000"/>
              </a:lnSpc>
              <a:spcBef>
                <a:spcPts val="569"/>
              </a:spcBef>
              <a:spcAft>
                <a:spcPts val="569"/>
              </a:spcAft>
              <a:buSzPts val="2844"/>
              <a:buNone/>
              <a:defRPr sz="2844"/>
            </a:lvl9pPr>
          </a:lstStyle>
          <a:p/>
        </p:txBody>
      </p:sp>
      <p:sp>
        <p:nvSpPr>
          <p:cNvPr id="23" name="Google Shape;23;p22"/>
          <p:cNvSpPr txBox="1"/>
          <p:nvPr>
            <p:ph idx="10" type="dt"/>
          </p:nvPr>
        </p:nvSpPr>
        <p:spPr>
          <a:xfrm>
            <a:off x="1560624" y="9187250"/>
            <a:ext cx="3516226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1" type="ftr"/>
          </p:nvPr>
        </p:nvSpPr>
        <p:spPr>
          <a:xfrm>
            <a:off x="5242734" y="9187250"/>
            <a:ext cx="6859309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2" type="sldNum"/>
          </p:nvPr>
        </p:nvSpPr>
        <p:spPr>
          <a:xfrm>
            <a:off x="14081082" y="9187250"/>
            <a:ext cx="1866048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26" name="Google Shape;26;p22"/>
          <p:cNvCxnSpPr/>
          <p:nvPr/>
        </p:nvCxnSpPr>
        <p:spPr>
          <a:xfrm>
            <a:off x="1717611" y="6177280"/>
            <a:ext cx="14045613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 1">
  <p:cSld name="En blanco 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681800" y="16804"/>
            <a:ext cx="15369900" cy="18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700"/>
              <a:buFont typeface="Calibri"/>
              <a:buNone/>
              <a:defRPr sz="5700"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subtítulo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1693388" y="1638302"/>
            <a:ext cx="13953494" cy="33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51175" lIns="102375" spcFirstLastPara="1" rIns="102375" wrap="square" tIns="51175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1693388" y="5029200"/>
            <a:ext cx="13953494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1175" lIns="102375" spcFirstLastPara="1" rIns="102375" wrap="square" tIns="51175">
            <a:normAutofit/>
          </a:bodyPr>
          <a:lstStyle>
            <a:lvl1pPr indent="-228600" lvl="0" marL="45720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67"/>
              <a:buNone/>
              <a:defRPr sz="4700"/>
            </a:lvl1pPr>
            <a:lvl2pPr indent="-228600" lvl="1" marL="914400" algn="ctr">
              <a:lnSpc>
                <a:spcPct val="94000"/>
              </a:lnSpc>
              <a:spcBef>
                <a:spcPts val="319"/>
              </a:spcBef>
              <a:spcAft>
                <a:spcPts val="0"/>
              </a:spcAft>
              <a:buClr>
                <a:schemeClr val="dk2"/>
              </a:buClr>
              <a:buSzPts val="4267"/>
              <a:buNone/>
              <a:defRPr sz="4700"/>
            </a:lvl2pPr>
            <a:lvl3pPr indent="-228600" lvl="2" marL="1371600" algn="ctr">
              <a:lnSpc>
                <a:spcPct val="94000"/>
              </a:lnSpc>
              <a:spcBef>
                <a:spcPts val="319"/>
              </a:spcBef>
              <a:spcAft>
                <a:spcPts val="0"/>
              </a:spcAft>
              <a:buClr>
                <a:schemeClr val="dk2"/>
              </a:buClr>
              <a:buSzPts val="4267"/>
              <a:buNone/>
              <a:defRPr sz="4700"/>
            </a:lvl3pPr>
            <a:lvl4pPr indent="-228600" lvl="3" marL="1828800" algn="ctr">
              <a:lnSpc>
                <a:spcPct val="94000"/>
              </a:lnSpc>
              <a:spcBef>
                <a:spcPts val="319"/>
              </a:spcBef>
              <a:spcAft>
                <a:spcPts val="0"/>
              </a:spcAft>
              <a:buClr>
                <a:schemeClr val="dk2"/>
              </a:buClr>
              <a:buSzPts val="4267"/>
              <a:buNone/>
              <a:defRPr sz="4700"/>
            </a:lvl4pPr>
            <a:lvl5pPr indent="-228600" lvl="4" marL="2286000" algn="ctr">
              <a:lnSpc>
                <a:spcPct val="94000"/>
              </a:lnSpc>
              <a:spcBef>
                <a:spcPts val="319"/>
              </a:spcBef>
              <a:spcAft>
                <a:spcPts val="0"/>
              </a:spcAft>
              <a:buClr>
                <a:schemeClr val="dk2"/>
              </a:buClr>
              <a:buSzPts val="4267"/>
              <a:buNone/>
              <a:defRPr sz="4700"/>
            </a:lvl5pPr>
            <a:lvl6pPr indent="-342900" lvl="5" marL="2743200" algn="l">
              <a:lnSpc>
                <a:spcPct val="94000"/>
              </a:lnSpc>
              <a:spcBef>
                <a:spcPts val="796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796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796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796"/>
              </a:spcBef>
              <a:spcAft>
                <a:spcPts val="319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1560624" y="407614"/>
            <a:ext cx="14305717" cy="20632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0" type="dt"/>
          </p:nvPr>
        </p:nvSpPr>
        <p:spPr>
          <a:xfrm>
            <a:off x="1560624" y="9187250"/>
            <a:ext cx="3516226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1" type="ftr"/>
          </p:nvPr>
        </p:nvSpPr>
        <p:spPr>
          <a:xfrm>
            <a:off x="5242734" y="9187250"/>
            <a:ext cx="6859309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14081082" y="9187250"/>
            <a:ext cx="1866048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1560624" y="407614"/>
            <a:ext cx="14305717" cy="20632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82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" type="body"/>
          </p:nvPr>
        </p:nvSpPr>
        <p:spPr>
          <a:xfrm>
            <a:off x="1560624" y="2625044"/>
            <a:ext cx="14305717" cy="572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07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84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569"/>
              </a:spcBef>
              <a:spcAft>
                <a:spcPts val="569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0" type="dt"/>
          </p:nvPr>
        </p:nvSpPr>
        <p:spPr>
          <a:xfrm>
            <a:off x="1560624" y="9187250"/>
            <a:ext cx="3516226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1" type="ftr"/>
          </p:nvPr>
        </p:nvSpPr>
        <p:spPr>
          <a:xfrm>
            <a:off x="5242734" y="9187250"/>
            <a:ext cx="6859309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2" type="sldNum"/>
          </p:nvPr>
        </p:nvSpPr>
        <p:spPr>
          <a:xfrm>
            <a:off x="14081082" y="9187250"/>
            <a:ext cx="1866048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7"/>
          <p:cNvSpPr/>
          <p:nvPr/>
        </p:nvSpPr>
        <p:spPr>
          <a:xfrm>
            <a:off x="4517" y="9103360"/>
            <a:ext cx="17335747" cy="6502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7"/>
          <p:cNvSpPr/>
          <p:nvPr/>
        </p:nvSpPr>
        <p:spPr>
          <a:xfrm>
            <a:off x="22" y="9008805"/>
            <a:ext cx="17335747" cy="910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7"/>
          <p:cNvSpPr txBox="1"/>
          <p:nvPr>
            <p:ph type="title"/>
          </p:nvPr>
        </p:nvSpPr>
        <p:spPr>
          <a:xfrm>
            <a:off x="1560624" y="1079398"/>
            <a:ext cx="14305717" cy="50718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378"/>
              <a:buFont typeface="Calibri"/>
              <a:buNone/>
              <a:defRPr b="0" sz="11378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" type="body"/>
          </p:nvPr>
        </p:nvSpPr>
        <p:spPr>
          <a:xfrm>
            <a:off x="1560624" y="6333338"/>
            <a:ext cx="14305717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707"/>
              </a:spcBef>
              <a:spcAft>
                <a:spcPts val="0"/>
              </a:spcAft>
              <a:buSzPts val="3413"/>
              <a:buNone/>
              <a:defRPr sz="3413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84"/>
              </a:spcBef>
              <a:spcAft>
                <a:spcPts val="0"/>
              </a:spcAft>
              <a:buSzPts val="2560"/>
              <a:buNone/>
              <a:defRPr sz="256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2276"/>
              <a:buNone/>
              <a:defRPr sz="2276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991"/>
              <a:buNone/>
              <a:defRPr sz="1991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991"/>
              <a:buNone/>
              <a:defRPr sz="1991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991"/>
              <a:buNone/>
              <a:defRPr sz="1991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991"/>
              <a:buNone/>
              <a:defRPr sz="1991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991"/>
              <a:buNone/>
              <a:defRPr sz="1991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69"/>
              </a:spcBef>
              <a:spcAft>
                <a:spcPts val="569"/>
              </a:spcAft>
              <a:buSzPts val="1991"/>
              <a:buNone/>
              <a:defRPr sz="1991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27"/>
          <p:cNvSpPr txBox="1"/>
          <p:nvPr>
            <p:ph idx="10" type="dt"/>
          </p:nvPr>
        </p:nvSpPr>
        <p:spPr>
          <a:xfrm>
            <a:off x="1560624" y="9187250"/>
            <a:ext cx="3516226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1" type="ftr"/>
          </p:nvPr>
        </p:nvSpPr>
        <p:spPr>
          <a:xfrm>
            <a:off x="5242734" y="9187250"/>
            <a:ext cx="6859309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2" type="sldNum"/>
          </p:nvPr>
        </p:nvSpPr>
        <p:spPr>
          <a:xfrm>
            <a:off x="14081082" y="9187250"/>
            <a:ext cx="1866048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51" name="Google Shape;51;p27"/>
          <p:cNvCxnSpPr/>
          <p:nvPr/>
        </p:nvCxnSpPr>
        <p:spPr>
          <a:xfrm>
            <a:off x="1717611" y="6177280"/>
            <a:ext cx="14045613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/>
          <p:nvPr>
            <p:ph type="title"/>
          </p:nvPr>
        </p:nvSpPr>
        <p:spPr>
          <a:xfrm>
            <a:off x="1560624" y="407614"/>
            <a:ext cx="14305717" cy="20632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1" type="body"/>
          </p:nvPr>
        </p:nvSpPr>
        <p:spPr>
          <a:xfrm>
            <a:off x="1560622" y="2625044"/>
            <a:ext cx="7022807" cy="572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07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84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569"/>
              </a:spcBef>
              <a:spcAft>
                <a:spcPts val="569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2" type="body"/>
          </p:nvPr>
        </p:nvSpPr>
        <p:spPr>
          <a:xfrm>
            <a:off x="8843534" y="2625045"/>
            <a:ext cx="7022807" cy="572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07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84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569"/>
              </a:spcBef>
              <a:spcAft>
                <a:spcPts val="569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0" type="dt"/>
          </p:nvPr>
        </p:nvSpPr>
        <p:spPr>
          <a:xfrm>
            <a:off x="1560624" y="9187250"/>
            <a:ext cx="3516226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1" type="ftr"/>
          </p:nvPr>
        </p:nvSpPr>
        <p:spPr>
          <a:xfrm>
            <a:off x="5242734" y="9187250"/>
            <a:ext cx="6859309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2" type="sldNum"/>
          </p:nvPr>
        </p:nvSpPr>
        <p:spPr>
          <a:xfrm>
            <a:off x="14081082" y="9187250"/>
            <a:ext cx="1866048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9"/>
          <p:cNvSpPr txBox="1"/>
          <p:nvPr>
            <p:ph type="title"/>
          </p:nvPr>
        </p:nvSpPr>
        <p:spPr>
          <a:xfrm>
            <a:off x="1560624" y="407614"/>
            <a:ext cx="14305717" cy="20632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1" type="body"/>
          </p:nvPr>
        </p:nvSpPr>
        <p:spPr>
          <a:xfrm>
            <a:off x="1560623" y="2625496"/>
            <a:ext cx="7022807" cy="10471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707"/>
              </a:spcBef>
              <a:spcAft>
                <a:spcPts val="0"/>
              </a:spcAft>
              <a:buSzPts val="2844"/>
              <a:buNone/>
              <a:defRPr b="0" sz="2844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4"/>
              </a:spcBef>
              <a:spcAft>
                <a:spcPts val="0"/>
              </a:spcAft>
              <a:buSzPts val="2844"/>
              <a:buNone/>
              <a:defRPr b="1" sz="2844"/>
            </a:lvl2pPr>
            <a:lvl3pPr indent="-228600" lvl="2" marL="1371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2560"/>
              <a:buNone/>
              <a:defRPr b="1" sz="2560"/>
            </a:lvl3pPr>
            <a:lvl4pPr indent="-228600" lvl="3" marL="18288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2276"/>
              <a:buNone/>
              <a:defRPr b="1" sz="2276"/>
            </a:lvl4pPr>
            <a:lvl5pPr indent="-228600" lvl="4" marL="22860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2276"/>
              <a:buNone/>
              <a:defRPr b="1" sz="2276"/>
            </a:lvl5pPr>
            <a:lvl6pPr indent="-228600" lvl="5" marL="27432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2276"/>
              <a:buNone/>
              <a:defRPr b="1" sz="2276"/>
            </a:lvl6pPr>
            <a:lvl7pPr indent="-228600" lvl="6" marL="32004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2276"/>
              <a:buNone/>
              <a:defRPr b="1" sz="2276"/>
            </a:lvl7pPr>
            <a:lvl8pPr indent="-228600" lvl="7" marL="3657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2276"/>
              <a:buNone/>
              <a:defRPr b="1" sz="2276"/>
            </a:lvl8pPr>
            <a:lvl9pPr indent="-228600" lvl="8" marL="4114800" algn="l">
              <a:lnSpc>
                <a:spcPct val="90000"/>
              </a:lnSpc>
              <a:spcBef>
                <a:spcPts val="569"/>
              </a:spcBef>
              <a:spcAft>
                <a:spcPts val="569"/>
              </a:spcAft>
              <a:buSzPts val="2276"/>
              <a:buNone/>
              <a:defRPr b="1" sz="2276"/>
            </a:lvl9pPr>
          </a:lstStyle>
          <a:p/>
        </p:txBody>
      </p:sp>
      <p:sp>
        <p:nvSpPr>
          <p:cNvPr id="62" name="Google Shape;62;p29"/>
          <p:cNvSpPr txBox="1"/>
          <p:nvPr>
            <p:ph idx="2" type="body"/>
          </p:nvPr>
        </p:nvSpPr>
        <p:spPr>
          <a:xfrm>
            <a:off x="1560623" y="3672653"/>
            <a:ext cx="7022807" cy="4804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07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84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569"/>
              </a:spcBef>
              <a:spcAft>
                <a:spcPts val="569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3" type="body"/>
          </p:nvPr>
        </p:nvSpPr>
        <p:spPr>
          <a:xfrm>
            <a:off x="8843534" y="2625496"/>
            <a:ext cx="7022807" cy="10471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707"/>
              </a:spcBef>
              <a:spcAft>
                <a:spcPts val="0"/>
              </a:spcAft>
              <a:buSzPts val="2844"/>
              <a:buNone/>
              <a:defRPr b="0" sz="2844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4"/>
              </a:spcBef>
              <a:spcAft>
                <a:spcPts val="0"/>
              </a:spcAft>
              <a:buSzPts val="2844"/>
              <a:buNone/>
              <a:defRPr b="1" sz="2844"/>
            </a:lvl2pPr>
            <a:lvl3pPr indent="-228600" lvl="2" marL="1371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2560"/>
              <a:buNone/>
              <a:defRPr b="1" sz="2560"/>
            </a:lvl3pPr>
            <a:lvl4pPr indent="-228600" lvl="3" marL="18288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2276"/>
              <a:buNone/>
              <a:defRPr b="1" sz="2276"/>
            </a:lvl4pPr>
            <a:lvl5pPr indent="-228600" lvl="4" marL="22860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2276"/>
              <a:buNone/>
              <a:defRPr b="1" sz="2276"/>
            </a:lvl5pPr>
            <a:lvl6pPr indent="-228600" lvl="5" marL="27432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2276"/>
              <a:buNone/>
              <a:defRPr b="1" sz="2276"/>
            </a:lvl6pPr>
            <a:lvl7pPr indent="-228600" lvl="6" marL="32004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2276"/>
              <a:buNone/>
              <a:defRPr b="1" sz="2276"/>
            </a:lvl7pPr>
            <a:lvl8pPr indent="-228600" lvl="7" marL="3657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2276"/>
              <a:buNone/>
              <a:defRPr b="1" sz="2276"/>
            </a:lvl8pPr>
            <a:lvl9pPr indent="-228600" lvl="8" marL="4114800" algn="l">
              <a:lnSpc>
                <a:spcPct val="90000"/>
              </a:lnSpc>
              <a:spcBef>
                <a:spcPts val="569"/>
              </a:spcBef>
              <a:spcAft>
                <a:spcPts val="569"/>
              </a:spcAft>
              <a:buSzPts val="2276"/>
              <a:buNone/>
              <a:defRPr b="1" sz="2276"/>
            </a:lvl9pPr>
          </a:lstStyle>
          <a:p/>
        </p:txBody>
      </p:sp>
      <p:sp>
        <p:nvSpPr>
          <p:cNvPr id="64" name="Google Shape;64;p29"/>
          <p:cNvSpPr txBox="1"/>
          <p:nvPr>
            <p:ph idx="4" type="body"/>
          </p:nvPr>
        </p:nvSpPr>
        <p:spPr>
          <a:xfrm>
            <a:off x="8843534" y="3672653"/>
            <a:ext cx="7022807" cy="4804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07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84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569"/>
              </a:spcBef>
              <a:spcAft>
                <a:spcPts val="569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1560624" y="9187250"/>
            <a:ext cx="3516226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5242734" y="9187250"/>
            <a:ext cx="6859309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14081082" y="9187250"/>
            <a:ext cx="1866048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/>
          <p:nvPr/>
        </p:nvSpPr>
        <p:spPr>
          <a:xfrm>
            <a:off x="4517" y="9103360"/>
            <a:ext cx="17335747" cy="6502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0"/>
          <p:cNvSpPr/>
          <p:nvPr/>
        </p:nvSpPr>
        <p:spPr>
          <a:xfrm>
            <a:off x="22" y="9008805"/>
            <a:ext cx="17335747" cy="910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1560624" y="9187250"/>
            <a:ext cx="3516226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5242734" y="9187250"/>
            <a:ext cx="6859309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14081082" y="9187250"/>
            <a:ext cx="1866048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/>
          <p:nvPr/>
        </p:nvSpPr>
        <p:spPr>
          <a:xfrm>
            <a:off x="23" y="0"/>
            <a:ext cx="5761301" cy="975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1"/>
          <p:cNvSpPr/>
          <p:nvPr/>
        </p:nvSpPr>
        <p:spPr>
          <a:xfrm>
            <a:off x="5746054" y="0"/>
            <a:ext cx="91036" cy="975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1"/>
          <p:cNvSpPr txBox="1"/>
          <p:nvPr>
            <p:ph type="title"/>
          </p:nvPr>
        </p:nvSpPr>
        <p:spPr>
          <a:xfrm>
            <a:off x="650260" y="845311"/>
            <a:ext cx="4551819" cy="32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20"/>
              <a:buFont typeface="Calibri"/>
              <a:buNone/>
              <a:defRPr b="0" sz="512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" type="body"/>
          </p:nvPr>
        </p:nvSpPr>
        <p:spPr>
          <a:xfrm>
            <a:off x="6827729" y="1040384"/>
            <a:ext cx="9233690" cy="747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07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84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569"/>
              </a:spcBef>
              <a:spcAft>
                <a:spcPts val="569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2" type="body"/>
          </p:nvPr>
        </p:nvSpPr>
        <p:spPr>
          <a:xfrm>
            <a:off x="650260" y="4161536"/>
            <a:ext cx="4551819" cy="4805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707"/>
              </a:spcBef>
              <a:spcAft>
                <a:spcPts val="0"/>
              </a:spcAft>
              <a:buSzPts val="2133"/>
              <a:buNone/>
              <a:defRPr sz="2133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4"/>
              </a:spcBef>
              <a:spcAft>
                <a:spcPts val="0"/>
              </a:spcAft>
              <a:buSzPts val="1707"/>
              <a:buNone/>
              <a:defRPr sz="1707"/>
            </a:lvl2pPr>
            <a:lvl3pPr indent="-228600" lvl="2" marL="1371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422"/>
              <a:buNone/>
              <a:defRPr sz="1422"/>
            </a:lvl3pPr>
            <a:lvl4pPr indent="-228600" lvl="3" marL="18288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280"/>
              <a:buNone/>
              <a:defRPr sz="1280"/>
            </a:lvl4pPr>
            <a:lvl5pPr indent="-228600" lvl="4" marL="22860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280"/>
              <a:buNone/>
              <a:defRPr sz="1280"/>
            </a:lvl5pPr>
            <a:lvl6pPr indent="-228600" lvl="5" marL="27432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280"/>
              <a:buNone/>
              <a:defRPr sz="1280"/>
            </a:lvl6pPr>
            <a:lvl7pPr indent="-228600" lvl="6" marL="32004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280"/>
              <a:buNone/>
              <a:defRPr sz="1280"/>
            </a:lvl7pPr>
            <a:lvl8pPr indent="-228600" lvl="7" marL="3657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280"/>
              <a:buNone/>
              <a:defRPr sz="1280"/>
            </a:lvl8pPr>
            <a:lvl9pPr indent="-228600" lvl="8" marL="4114800" algn="l">
              <a:lnSpc>
                <a:spcPct val="90000"/>
              </a:lnSpc>
              <a:spcBef>
                <a:spcPts val="569"/>
              </a:spcBef>
              <a:spcAft>
                <a:spcPts val="569"/>
              </a:spcAft>
              <a:buSzPts val="1280"/>
              <a:buNone/>
              <a:defRPr sz="1280"/>
            </a:lvl9pPr>
          </a:lstStyle>
          <a:p/>
        </p:txBody>
      </p:sp>
      <p:sp>
        <p:nvSpPr>
          <p:cNvPr id="80" name="Google Shape;80;p31"/>
          <p:cNvSpPr txBox="1"/>
          <p:nvPr>
            <p:ph idx="10" type="dt"/>
          </p:nvPr>
        </p:nvSpPr>
        <p:spPr>
          <a:xfrm>
            <a:off x="662082" y="9187250"/>
            <a:ext cx="3724217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1" type="ftr"/>
          </p:nvPr>
        </p:nvSpPr>
        <p:spPr>
          <a:xfrm>
            <a:off x="6827729" y="9187250"/>
            <a:ext cx="6610975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2" type="sldNum"/>
          </p:nvPr>
        </p:nvSpPr>
        <p:spPr>
          <a:xfrm>
            <a:off x="14081082" y="9187250"/>
            <a:ext cx="1866048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93"/>
              <a:buFont typeface="Calibri"/>
              <a:buNone/>
              <a:defRPr sz="149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93"/>
              <a:buFont typeface="Calibri"/>
              <a:buNone/>
              <a:defRPr sz="149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93"/>
              <a:buFont typeface="Calibri"/>
              <a:buNone/>
              <a:defRPr sz="149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93"/>
              <a:buFont typeface="Calibri"/>
              <a:buNone/>
              <a:defRPr sz="149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93"/>
              <a:buFont typeface="Calibri"/>
              <a:buNone/>
              <a:defRPr sz="149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93"/>
              <a:buFont typeface="Calibri"/>
              <a:buNone/>
              <a:defRPr sz="149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93"/>
              <a:buFont typeface="Calibri"/>
              <a:buNone/>
              <a:defRPr sz="149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93"/>
              <a:buFont typeface="Calibri"/>
              <a:buNone/>
              <a:defRPr sz="149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93"/>
              <a:buFont typeface="Calibri"/>
              <a:buNone/>
              <a:defRPr sz="1493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2"/>
          <p:cNvSpPr/>
          <p:nvPr/>
        </p:nvSpPr>
        <p:spPr>
          <a:xfrm>
            <a:off x="1" y="7044267"/>
            <a:ext cx="17335747" cy="27093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2"/>
          <p:cNvSpPr/>
          <p:nvPr/>
        </p:nvSpPr>
        <p:spPr>
          <a:xfrm>
            <a:off x="22" y="6990330"/>
            <a:ext cx="17335747" cy="910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2"/>
          <p:cNvSpPr txBox="1"/>
          <p:nvPr>
            <p:ph type="title"/>
          </p:nvPr>
        </p:nvSpPr>
        <p:spPr>
          <a:xfrm>
            <a:off x="1560624" y="7217664"/>
            <a:ext cx="14383748" cy="11704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20"/>
              <a:buFont typeface="Calibri"/>
              <a:buNone/>
              <a:defRPr b="0" sz="512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7" name="Google Shape;87;p32"/>
          <p:cNvPicPr preferRelativeResize="0"/>
          <p:nvPr>
            <p:ph idx="2" type="pic"/>
          </p:nvPr>
        </p:nvPicPr>
        <p:blipFill/>
        <p:spPr>
          <a:xfrm>
            <a:off x="22" y="0"/>
            <a:ext cx="17340242" cy="699033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88" name="Google Shape;88;p32"/>
          <p:cNvSpPr txBox="1"/>
          <p:nvPr>
            <p:ph idx="1" type="body"/>
          </p:nvPr>
        </p:nvSpPr>
        <p:spPr>
          <a:xfrm>
            <a:off x="1560624" y="8401099"/>
            <a:ext cx="14383748" cy="845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33"/>
              <a:buNone/>
              <a:defRPr sz="2133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853"/>
              </a:spcBef>
              <a:spcAft>
                <a:spcPts val="0"/>
              </a:spcAft>
              <a:buSzPts val="1707"/>
              <a:buNone/>
              <a:defRPr sz="1707"/>
            </a:lvl2pPr>
            <a:lvl3pPr indent="-228600" lvl="2" marL="1371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422"/>
              <a:buNone/>
              <a:defRPr sz="1422"/>
            </a:lvl3pPr>
            <a:lvl4pPr indent="-228600" lvl="3" marL="18288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280"/>
              <a:buNone/>
              <a:defRPr sz="1280"/>
            </a:lvl4pPr>
            <a:lvl5pPr indent="-228600" lvl="4" marL="22860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280"/>
              <a:buNone/>
              <a:defRPr sz="1280"/>
            </a:lvl5pPr>
            <a:lvl6pPr indent="-228600" lvl="5" marL="27432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280"/>
              <a:buNone/>
              <a:defRPr sz="1280"/>
            </a:lvl6pPr>
            <a:lvl7pPr indent="-228600" lvl="6" marL="32004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280"/>
              <a:buNone/>
              <a:defRPr sz="1280"/>
            </a:lvl7pPr>
            <a:lvl8pPr indent="-228600" lvl="7" marL="3657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280"/>
              <a:buNone/>
              <a:defRPr sz="1280"/>
            </a:lvl8pPr>
            <a:lvl9pPr indent="-228600" lvl="8" marL="4114800" algn="l">
              <a:lnSpc>
                <a:spcPct val="90000"/>
              </a:lnSpc>
              <a:spcBef>
                <a:spcPts val="569"/>
              </a:spcBef>
              <a:spcAft>
                <a:spcPts val="569"/>
              </a:spcAft>
              <a:buSzPts val="1280"/>
              <a:buNone/>
              <a:defRPr sz="1280"/>
            </a:lvl9pPr>
          </a:lstStyle>
          <a:p/>
        </p:txBody>
      </p:sp>
      <p:sp>
        <p:nvSpPr>
          <p:cNvPr id="89" name="Google Shape;89;p32"/>
          <p:cNvSpPr txBox="1"/>
          <p:nvPr>
            <p:ph idx="10" type="dt"/>
          </p:nvPr>
        </p:nvSpPr>
        <p:spPr>
          <a:xfrm>
            <a:off x="1560624" y="9187250"/>
            <a:ext cx="3516226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2"/>
          <p:cNvSpPr txBox="1"/>
          <p:nvPr>
            <p:ph idx="11" type="ftr"/>
          </p:nvPr>
        </p:nvSpPr>
        <p:spPr>
          <a:xfrm>
            <a:off x="5242734" y="9187250"/>
            <a:ext cx="6859309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2"/>
          <p:cNvSpPr txBox="1"/>
          <p:nvPr>
            <p:ph idx="12" type="sldNum"/>
          </p:nvPr>
        </p:nvSpPr>
        <p:spPr>
          <a:xfrm>
            <a:off x="14081082" y="9187250"/>
            <a:ext cx="1866048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3"/>
          <p:cNvSpPr txBox="1"/>
          <p:nvPr>
            <p:ph type="title"/>
          </p:nvPr>
        </p:nvSpPr>
        <p:spPr>
          <a:xfrm>
            <a:off x="1560624" y="407614"/>
            <a:ext cx="14305717" cy="20632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3"/>
          <p:cNvSpPr txBox="1"/>
          <p:nvPr>
            <p:ph idx="1" type="body"/>
          </p:nvPr>
        </p:nvSpPr>
        <p:spPr>
          <a:xfrm rot="5400000">
            <a:off x="5852427" y="-1666759"/>
            <a:ext cx="5722112" cy="14305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07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84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569"/>
              </a:spcBef>
              <a:spcAft>
                <a:spcPts val="569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5" name="Google Shape;95;p33"/>
          <p:cNvSpPr txBox="1"/>
          <p:nvPr>
            <p:ph idx="10" type="dt"/>
          </p:nvPr>
        </p:nvSpPr>
        <p:spPr>
          <a:xfrm>
            <a:off x="1560624" y="9187250"/>
            <a:ext cx="3516226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3"/>
          <p:cNvSpPr txBox="1"/>
          <p:nvPr>
            <p:ph idx="11" type="ftr"/>
          </p:nvPr>
        </p:nvSpPr>
        <p:spPr>
          <a:xfrm>
            <a:off x="5242734" y="9187250"/>
            <a:ext cx="6859309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3"/>
          <p:cNvSpPr txBox="1"/>
          <p:nvPr>
            <p:ph idx="12" type="sldNum"/>
          </p:nvPr>
        </p:nvSpPr>
        <p:spPr>
          <a:xfrm>
            <a:off x="14081082" y="9187250"/>
            <a:ext cx="1866048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4"/>
          <p:cNvSpPr/>
          <p:nvPr/>
        </p:nvSpPr>
        <p:spPr>
          <a:xfrm>
            <a:off x="4517" y="9103360"/>
            <a:ext cx="17335747" cy="6502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4"/>
          <p:cNvSpPr/>
          <p:nvPr/>
        </p:nvSpPr>
        <p:spPr>
          <a:xfrm>
            <a:off x="22" y="9008805"/>
            <a:ext cx="17335747" cy="910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4"/>
          <p:cNvSpPr txBox="1"/>
          <p:nvPr>
            <p:ph type="title"/>
          </p:nvPr>
        </p:nvSpPr>
        <p:spPr>
          <a:xfrm rot="5400000">
            <a:off x="10184457" y="2814576"/>
            <a:ext cx="8188332" cy="3738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4"/>
          <p:cNvSpPr txBox="1"/>
          <p:nvPr>
            <p:ph idx="1" type="body"/>
          </p:nvPr>
        </p:nvSpPr>
        <p:spPr>
          <a:xfrm rot="5400000">
            <a:off x="2598091" y="-816042"/>
            <a:ext cx="8188334" cy="11000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707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84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569"/>
              </a:spcBef>
              <a:spcAft>
                <a:spcPts val="569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3" name="Google Shape;103;p34"/>
          <p:cNvSpPr txBox="1"/>
          <p:nvPr>
            <p:ph idx="10" type="dt"/>
          </p:nvPr>
        </p:nvSpPr>
        <p:spPr>
          <a:xfrm>
            <a:off x="1560624" y="9187250"/>
            <a:ext cx="3516226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4"/>
          <p:cNvSpPr txBox="1"/>
          <p:nvPr>
            <p:ph idx="11" type="ftr"/>
          </p:nvPr>
        </p:nvSpPr>
        <p:spPr>
          <a:xfrm>
            <a:off x="5242734" y="9187250"/>
            <a:ext cx="6859309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4"/>
          <p:cNvSpPr txBox="1"/>
          <p:nvPr>
            <p:ph idx="12" type="sldNum"/>
          </p:nvPr>
        </p:nvSpPr>
        <p:spPr>
          <a:xfrm>
            <a:off x="14081082" y="9187250"/>
            <a:ext cx="1866048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5"/>
          <p:cNvSpPr txBox="1"/>
          <p:nvPr>
            <p:ph type="ctrTitle"/>
          </p:nvPr>
        </p:nvSpPr>
        <p:spPr>
          <a:xfrm>
            <a:off x="2116047" y="0"/>
            <a:ext cx="13108169" cy="6502400"/>
          </a:xfrm>
          <a:prstGeom prst="rect">
            <a:avLst/>
          </a:prstGeom>
          <a:noFill/>
          <a:ln>
            <a:noFill/>
          </a:ln>
        </p:spPr>
        <p:txBody>
          <a:bodyPr anchorCtr="0" anchor="b" bIns="173350" lIns="173350" spcFirstLastPara="1" rIns="173350" wrap="square" tIns="173350">
            <a:noAutofit/>
          </a:bodyPr>
          <a:lstStyle>
            <a:lvl1pPr lv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000"/>
              <a:buFont typeface="Libre Baskerville"/>
              <a:buNone/>
              <a:defRPr sz="114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ibre Baskerville"/>
              <a:buNone/>
              <a:defRPr sz="11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ibre Baskerville"/>
              <a:buNone/>
              <a:defRPr sz="11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ibre Baskerville"/>
              <a:buNone/>
              <a:defRPr sz="11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ibre Baskerville"/>
              <a:buNone/>
              <a:defRPr sz="11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ibre Baskerville"/>
              <a:buNone/>
              <a:defRPr sz="11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ibre Baskerville"/>
              <a:buNone/>
              <a:defRPr sz="11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ibre Baskerville"/>
              <a:buNone/>
              <a:defRPr sz="11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ibre Baskerville"/>
              <a:buNone/>
              <a:defRPr sz="11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>
  <p:cSld name="1_Imagen con título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6"/>
          <p:cNvSpPr txBox="1"/>
          <p:nvPr>
            <p:ph type="title"/>
          </p:nvPr>
        </p:nvSpPr>
        <p:spPr>
          <a:xfrm>
            <a:off x="1029578" y="975361"/>
            <a:ext cx="5483858" cy="3068991"/>
          </a:xfrm>
          <a:prstGeom prst="rect">
            <a:avLst/>
          </a:prstGeom>
          <a:noFill/>
          <a:ln>
            <a:noFill/>
          </a:ln>
        </p:spPr>
        <p:txBody>
          <a:bodyPr anchorCtr="0" anchor="t" bIns="51175" lIns="102375" spcFirstLastPara="1" rIns="102375" wrap="square" tIns="51175">
            <a:norm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827"/>
              <a:buFont typeface="Libre Franklin"/>
              <a:buNone/>
              <a:defRPr sz="7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6"/>
          <p:cNvSpPr/>
          <p:nvPr>
            <p:ph idx="2" type="pic"/>
          </p:nvPr>
        </p:nvSpPr>
        <p:spPr>
          <a:xfrm>
            <a:off x="7868144" y="3"/>
            <a:ext cx="9472119" cy="9753598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36"/>
          <p:cNvSpPr txBox="1"/>
          <p:nvPr>
            <p:ph idx="1" type="body"/>
          </p:nvPr>
        </p:nvSpPr>
        <p:spPr>
          <a:xfrm>
            <a:off x="1029578" y="4061821"/>
            <a:ext cx="5483858" cy="4282926"/>
          </a:xfrm>
          <a:prstGeom prst="rect">
            <a:avLst/>
          </a:prstGeom>
          <a:noFill/>
          <a:ln>
            <a:noFill/>
          </a:ln>
        </p:spPr>
        <p:txBody>
          <a:bodyPr anchorCtr="0" anchor="t" bIns="51175" lIns="102375" spcFirstLastPara="1" rIns="102375" wrap="square" tIns="51175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76"/>
              <a:buNone/>
              <a:defRPr sz="2500"/>
            </a:lvl1pPr>
            <a:lvl2pPr indent="-228600" lvl="1" marL="914400" algn="l">
              <a:lnSpc>
                <a:spcPct val="94000"/>
              </a:lnSpc>
              <a:spcBef>
                <a:spcPts val="2389"/>
              </a:spcBef>
              <a:spcAft>
                <a:spcPts val="0"/>
              </a:spcAft>
              <a:buClr>
                <a:schemeClr val="dk2"/>
              </a:buClr>
              <a:buSzPts val="1991"/>
              <a:buNone/>
              <a:defRPr sz="2300"/>
            </a:lvl2pPr>
            <a:lvl3pPr indent="-228600" lvl="2" marL="1371600" algn="l">
              <a:lnSpc>
                <a:spcPct val="94000"/>
              </a:lnSpc>
              <a:spcBef>
                <a:spcPts val="796"/>
              </a:spcBef>
              <a:spcAft>
                <a:spcPts val="0"/>
              </a:spcAft>
              <a:buClr>
                <a:schemeClr val="dk2"/>
              </a:buClr>
              <a:buSzPts val="1707"/>
              <a:buNone/>
              <a:defRPr sz="1900"/>
            </a:lvl3pPr>
            <a:lvl4pPr indent="-228600" lvl="3" marL="1828800" algn="l">
              <a:lnSpc>
                <a:spcPct val="94000"/>
              </a:lnSpc>
              <a:spcBef>
                <a:spcPts val="796"/>
              </a:spcBef>
              <a:spcAft>
                <a:spcPts val="0"/>
              </a:spcAft>
              <a:buClr>
                <a:schemeClr val="dk2"/>
              </a:buClr>
              <a:buSzPts val="1422"/>
              <a:buNone/>
              <a:defRPr sz="1500"/>
            </a:lvl4pPr>
            <a:lvl5pPr indent="-228600" lvl="4" marL="2286000" algn="l">
              <a:lnSpc>
                <a:spcPct val="94000"/>
              </a:lnSpc>
              <a:spcBef>
                <a:spcPts val="796"/>
              </a:spcBef>
              <a:spcAft>
                <a:spcPts val="0"/>
              </a:spcAft>
              <a:buClr>
                <a:schemeClr val="dk2"/>
              </a:buClr>
              <a:buSzPts val="1422"/>
              <a:buNone/>
              <a:defRPr sz="1500"/>
            </a:lvl5pPr>
            <a:lvl6pPr indent="-228600" lvl="5" marL="2743200" algn="l">
              <a:lnSpc>
                <a:spcPct val="94000"/>
              </a:lnSpc>
              <a:spcBef>
                <a:spcPts val="796"/>
              </a:spcBef>
              <a:spcAft>
                <a:spcPts val="0"/>
              </a:spcAft>
              <a:buClr>
                <a:schemeClr val="dk2"/>
              </a:buClr>
              <a:buSzPts val="1422"/>
              <a:buNone/>
              <a:defRPr sz="1500"/>
            </a:lvl6pPr>
            <a:lvl7pPr indent="-228600" lvl="6" marL="3200400" algn="l">
              <a:lnSpc>
                <a:spcPct val="94000"/>
              </a:lnSpc>
              <a:spcBef>
                <a:spcPts val="796"/>
              </a:spcBef>
              <a:spcAft>
                <a:spcPts val="0"/>
              </a:spcAft>
              <a:buClr>
                <a:schemeClr val="dk2"/>
              </a:buClr>
              <a:buSzPts val="1422"/>
              <a:buNone/>
              <a:defRPr sz="1500"/>
            </a:lvl7pPr>
            <a:lvl8pPr indent="-228600" lvl="7" marL="3657600" algn="l">
              <a:lnSpc>
                <a:spcPct val="94000"/>
              </a:lnSpc>
              <a:spcBef>
                <a:spcPts val="796"/>
              </a:spcBef>
              <a:spcAft>
                <a:spcPts val="0"/>
              </a:spcAft>
              <a:buClr>
                <a:schemeClr val="dk2"/>
              </a:buClr>
              <a:buSzPts val="1422"/>
              <a:buNone/>
              <a:defRPr sz="1500"/>
            </a:lvl8pPr>
            <a:lvl9pPr indent="-228600" lvl="8" marL="4114800" algn="l">
              <a:lnSpc>
                <a:spcPct val="94000"/>
              </a:lnSpc>
              <a:spcBef>
                <a:spcPts val="796"/>
              </a:spcBef>
              <a:spcAft>
                <a:spcPts val="319"/>
              </a:spcAft>
              <a:buClr>
                <a:schemeClr val="dk2"/>
              </a:buClr>
              <a:buSzPts val="1422"/>
              <a:buNone/>
              <a:defRPr sz="1500"/>
            </a:lvl9pPr>
          </a:lstStyle>
          <a:p/>
        </p:txBody>
      </p:sp>
      <p:sp>
        <p:nvSpPr>
          <p:cNvPr id="112" name="Google Shape;112;p36"/>
          <p:cNvSpPr txBox="1"/>
          <p:nvPr>
            <p:ph idx="10" type="dt"/>
          </p:nvPr>
        </p:nvSpPr>
        <p:spPr>
          <a:xfrm>
            <a:off x="1029581" y="9178149"/>
            <a:ext cx="1713221" cy="575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75" lIns="102375" spcFirstLastPara="1" rIns="102375" wrap="square" tIns="511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13" name="Google Shape;113;p36"/>
          <p:cNvSpPr txBox="1"/>
          <p:nvPr>
            <p:ph idx="11" type="ftr"/>
          </p:nvPr>
        </p:nvSpPr>
        <p:spPr>
          <a:xfrm>
            <a:off x="3137440" y="9178149"/>
            <a:ext cx="3375996" cy="575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75" lIns="102375" spcFirstLastPara="1" rIns="102375" wrap="square" tIns="511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36"/>
          <p:cNvSpPr txBox="1"/>
          <p:nvPr>
            <p:ph idx="12" type="sldNum"/>
          </p:nvPr>
        </p:nvSpPr>
        <p:spPr>
          <a:xfrm>
            <a:off x="14056456" y="9178149"/>
            <a:ext cx="2270351" cy="575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51175" lIns="102375" spcFirstLastPara="1" rIns="102375" wrap="square" tIns="511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7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7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7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7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7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7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7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7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7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/>
          <p:nvPr/>
        </p:nvSpPr>
        <p:spPr>
          <a:xfrm>
            <a:off x="1" y="9103360"/>
            <a:ext cx="17340263" cy="6502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1"/>
          <p:cNvSpPr/>
          <p:nvPr/>
        </p:nvSpPr>
        <p:spPr>
          <a:xfrm>
            <a:off x="1" y="9008805"/>
            <a:ext cx="17340264" cy="93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1"/>
          <p:cNvSpPr txBox="1"/>
          <p:nvPr>
            <p:ph type="title"/>
          </p:nvPr>
        </p:nvSpPr>
        <p:spPr>
          <a:xfrm>
            <a:off x="1560624" y="407614"/>
            <a:ext cx="14305717" cy="20632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827"/>
              <a:buFont typeface="Calibri"/>
              <a:buNone/>
              <a:defRPr b="0" i="0" sz="6826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1"/>
          <p:cNvSpPr txBox="1"/>
          <p:nvPr>
            <p:ph idx="1" type="body"/>
          </p:nvPr>
        </p:nvSpPr>
        <p:spPr>
          <a:xfrm>
            <a:off x="1560624" y="2625044"/>
            <a:ext cx="14305717" cy="572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409194" lvl="0" marL="457200" marR="0" rtl="0" algn="l">
              <a:lnSpc>
                <a:spcPct val="90000"/>
              </a:lnSpc>
              <a:spcBef>
                <a:spcPts val="1707"/>
              </a:spcBef>
              <a:spcAft>
                <a:spcPts val="0"/>
              </a:spcAft>
              <a:buClr>
                <a:schemeClr val="accent1"/>
              </a:buClr>
              <a:buSzPts val="2844"/>
              <a:buFont typeface="Calibri"/>
              <a:buChar char=" "/>
              <a:defRPr b="0" i="0" sz="2844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1160" lvl="1" marL="914400" marR="0" rtl="0" algn="l">
              <a:lnSpc>
                <a:spcPct val="90000"/>
              </a:lnSpc>
              <a:spcBef>
                <a:spcPts val="284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Calibri"/>
              <a:buChar char="◦"/>
              <a:defRPr b="0" i="0" sz="256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028" lvl="2" marL="1371600" marR="0" rtl="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Clr>
                <a:schemeClr val="accent1"/>
              </a:buClr>
              <a:buSzPts val="1991"/>
              <a:buFont typeface="Calibri"/>
              <a:buChar char="◦"/>
              <a:defRPr b="0" i="0" sz="1991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028" lvl="3" marL="1828800" marR="0" rtl="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Clr>
                <a:schemeClr val="accent1"/>
              </a:buClr>
              <a:buSzPts val="1991"/>
              <a:buFont typeface="Calibri"/>
              <a:buChar char="◦"/>
              <a:defRPr b="0" i="0" sz="1991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028" lvl="4" marL="2286000" marR="0" rtl="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Clr>
                <a:schemeClr val="accent1"/>
              </a:buClr>
              <a:buSzPts val="1991"/>
              <a:buFont typeface="Calibri"/>
              <a:buChar char="◦"/>
              <a:defRPr b="0" i="0" sz="1991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028" lvl="5" marL="2743200" marR="0" rtl="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Clr>
                <a:schemeClr val="accent1"/>
              </a:buClr>
              <a:buSzPts val="1991"/>
              <a:buFont typeface="Calibri"/>
              <a:buChar char="◦"/>
              <a:defRPr b="0" i="0" sz="1991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028" lvl="6" marL="3200400" marR="0" rtl="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Clr>
                <a:schemeClr val="accent1"/>
              </a:buClr>
              <a:buSzPts val="1991"/>
              <a:buFont typeface="Calibri"/>
              <a:buChar char="◦"/>
              <a:defRPr b="0" i="0" sz="1991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028" lvl="7" marL="3657600" marR="0" rtl="0" algn="l">
              <a:lnSpc>
                <a:spcPct val="90000"/>
              </a:lnSpc>
              <a:spcBef>
                <a:spcPts val="569"/>
              </a:spcBef>
              <a:spcAft>
                <a:spcPts val="0"/>
              </a:spcAft>
              <a:buClr>
                <a:schemeClr val="accent1"/>
              </a:buClr>
              <a:buSzPts val="1991"/>
              <a:buFont typeface="Calibri"/>
              <a:buChar char="◦"/>
              <a:defRPr b="0" i="0" sz="1991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028" lvl="8" marL="4114800" marR="0" rtl="0" algn="l">
              <a:lnSpc>
                <a:spcPct val="90000"/>
              </a:lnSpc>
              <a:spcBef>
                <a:spcPts val="569"/>
              </a:spcBef>
              <a:spcAft>
                <a:spcPts val="569"/>
              </a:spcAft>
              <a:buClr>
                <a:schemeClr val="accent1"/>
              </a:buClr>
              <a:buSzPts val="1991"/>
              <a:buFont typeface="Calibri"/>
              <a:buChar char="◦"/>
              <a:defRPr b="0" i="0" sz="1991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1560624" y="9187250"/>
            <a:ext cx="3516226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8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5242734" y="9187250"/>
            <a:ext cx="6859309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8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14081082" y="9187250"/>
            <a:ext cx="1866048" cy="51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93"/>
              <a:buFont typeface="Calibri"/>
              <a:buNone/>
              <a:defRPr b="0" sz="1493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93"/>
              <a:buFont typeface="Calibri"/>
              <a:buNone/>
              <a:defRPr b="0" sz="1493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93"/>
              <a:buFont typeface="Calibri"/>
              <a:buNone/>
              <a:defRPr b="0" sz="1493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93"/>
              <a:buFont typeface="Calibri"/>
              <a:buNone/>
              <a:defRPr b="0" sz="1493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93"/>
              <a:buFont typeface="Calibri"/>
              <a:buNone/>
              <a:defRPr b="0" sz="1493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93"/>
              <a:buFont typeface="Calibri"/>
              <a:buNone/>
              <a:defRPr b="0" sz="1493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93"/>
              <a:buFont typeface="Calibri"/>
              <a:buNone/>
              <a:defRPr b="0" sz="1493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93"/>
              <a:buFont typeface="Calibri"/>
              <a:buNone/>
              <a:defRPr b="0" sz="1493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93"/>
              <a:buFont typeface="Calibri"/>
              <a:buNone/>
              <a:defRPr b="0" sz="1493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17" name="Google Shape;17;p21"/>
          <p:cNvCxnSpPr/>
          <p:nvPr/>
        </p:nvCxnSpPr>
        <p:spPr>
          <a:xfrm>
            <a:off x="1697520" y="2471602"/>
            <a:ext cx="14175665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"/>
          <p:cNvSpPr txBox="1"/>
          <p:nvPr>
            <p:ph type="ctrTitle"/>
          </p:nvPr>
        </p:nvSpPr>
        <p:spPr>
          <a:xfrm>
            <a:off x="1560624" y="2517912"/>
            <a:ext cx="14305717" cy="3633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86650" lIns="173350" spcFirstLastPara="1" rIns="173350" wrap="square" tIns="86650">
            <a:no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s-ES" sz="8800">
                <a:latin typeface="Calibri"/>
                <a:ea typeface="Calibri"/>
                <a:cs typeface="Calibri"/>
                <a:sym typeface="Calibri"/>
              </a:rPr>
              <a:t>Ingeniería de Software II</a:t>
            </a:r>
            <a:endParaRPr sz="8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 txBox="1"/>
          <p:nvPr>
            <p:ph idx="1" type="subTitle"/>
          </p:nvPr>
        </p:nvSpPr>
        <p:spPr>
          <a:xfrm>
            <a:off x="1564565" y="6336882"/>
            <a:ext cx="14305717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ES" sz="3600"/>
              <a:t>CLASES DE TEORÍA 2026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1886cec2dd_0_0"/>
          <p:cNvSpPr/>
          <p:nvPr/>
        </p:nvSpPr>
        <p:spPr>
          <a:xfrm>
            <a:off x="13154205" y="4057227"/>
            <a:ext cx="4161300" cy="14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11886cec2dd_0_0"/>
          <p:cNvSpPr/>
          <p:nvPr/>
        </p:nvSpPr>
        <p:spPr>
          <a:xfrm>
            <a:off x="8464662" y="9256889"/>
            <a:ext cx="3075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1886cec2dd_0_0"/>
          <p:cNvSpPr/>
          <p:nvPr/>
        </p:nvSpPr>
        <p:spPr>
          <a:xfrm>
            <a:off x="1512265" y="2887589"/>
            <a:ext cx="15361200" cy="6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00" lIns="128000" spcFirstLastPara="1" rIns="128000" wrap="square" tIns="64000">
            <a:noAutofit/>
          </a:bodyPr>
          <a:lstStyle/>
          <a:p>
            <a:pPr indent="-482600" lvl="0" marL="48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Noto Sans Symbols"/>
              <a:buChar char="❖"/>
            </a:pPr>
            <a:r>
              <a:rPr b="0" i="0" lang="es-ES" sz="3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Planes 2021, 2015 y 2012 Lic. en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2600" lvl="0" marL="48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Noto Sans Symbols"/>
              <a:buChar char="❖"/>
            </a:pPr>
            <a:r>
              <a:rPr b="0" i="0" lang="es-ES" sz="3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Planes 2021, 2015 y 2012 Lic. en Informática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2600" lvl="0" marL="48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Noto Sans Symbols"/>
              <a:buChar char="❖"/>
            </a:pPr>
            <a:r>
              <a:rPr b="0" i="0" lang="es-ES" sz="3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Planes 2021, 2015, 2007 Analista Programador Universitario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2600" lvl="0" marL="48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Noto Sans Symbols"/>
              <a:buChar char="❖"/>
            </a:pPr>
            <a:r>
              <a:rPr b="0" i="0" lang="es-ES" sz="3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Plan 2021, 2017 Analista en 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48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Noto Sans Symbols"/>
              <a:buChar char="❖"/>
            </a:pPr>
            <a:r>
              <a:rPr b="0" i="0" lang="es-ES" sz="3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Correlativas: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95300" lvl="1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600"/>
              <a:buFont typeface="Arial"/>
              <a:buChar char=" "/>
            </a:pPr>
            <a:r>
              <a:rPr b="0" i="0" lang="es-ES" sz="3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Ingeniería de Software 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95300" lvl="1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600"/>
              <a:buFont typeface="Arial"/>
              <a:buChar char=" "/>
            </a:pPr>
            <a:r>
              <a:rPr b="0" i="0" lang="es-ES" sz="3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Prueba de Lecto-Comprensión y Traducción de Inglés (final)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11886cec2dd_0_0"/>
          <p:cNvSpPr txBox="1"/>
          <p:nvPr>
            <p:ph type="title"/>
          </p:nvPr>
        </p:nvSpPr>
        <p:spPr>
          <a:xfrm>
            <a:off x="1512265" y="1393170"/>
            <a:ext cx="15369900" cy="9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Calibri"/>
              <a:buNone/>
            </a:pP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de Software II</a:t>
            </a:r>
            <a:b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"/>
          <p:cNvSpPr txBox="1"/>
          <p:nvPr>
            <p:ph type="title"/>
          </p:nvPr>
        </p:nvSpPr>
        <p:spPr>
          <a:xfrm>
            <a:off x="1099792" y="649357"/>
            <a:ext cx="14359612" cy="14030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</a:pPr>
            <a:r>
              <a:rPr lang="es-E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Horarios</a:t>
            </a:r>
            <a:endParaRPr sz="6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860446" y="3368400"/>
            <a:ext cx="5220000" cy="2893059"/>
          </a:xfrm>
          <a:prstGeom prst="rect">
            <a:avLst/>
          </a:prstGeom>
          <a:solidFill>
            <a:srgbClr val="DEE9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ES" sz="4400" u="none" cap="none" strike="noStrike">
                <a:solidFill>
                  <a:srgbClr val="0365C0"/>
                </a:solidFill>
                <a:latin typeface="Calibri"/>
                <a:ea typeface="Calibri"/>
                <a:cs typeface="Calibri"/>
                <a:sym typeface="Calibri"/>
              </a:rPr>
              <a:t>Turno 1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E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Teoría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Martes de 15:00 a 17:00hs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Aula </a:t>
            </a: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6230368" y="3368400"/>
            <a:ext cx="5220000" cy="2893059"/>
          </a:xfrm>
          <a:prstGeom prst="rect">
            <a:avLst/>
          </a:prstGeom>
          <a:solidFill>
            <a:srgbClr val="B0D2B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ES" sz="44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Turno 2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E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Teoría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Miércoles de 08:30 a 10:30hs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Aula </a:t>
            </a: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11600290" y="3368400"/>
            <a:ext cx="5220000" cy="2893059"/>
          </a:xfrm>
          <a:prstGeom prst="rect">
            <a:avLst/>
          </a:prstGeom>
          <a:solidFill>
            <a:srgbClr val="D0BBBB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ES" sz="4400" u="none" cap="none" strike="noStrike">
                <a:solidFill>
                  <a:srgbClr val="DF695B"/>
                </a:solidFill>
                <a:latin typeface="Calibri"/>
                <a:ea typeface="Calibri"/>
                <a:cs typeface="Calibri"/>
                <a:sym typeface="Calibri"/>
              </a:rPr>
              <a:t>Turno 3</a:t>
            </a:r>
            <a:endParaRPr b="1" i="0" sz="1400" u="none" cap="none" strike="noStrike">
              <a:solidFill>
                <a:srgbClr val="DF69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E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Teoría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Viernes de 12:30 a 14:30hs.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Aula 10B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f30b4104d4_0_0"/>
          <p:cNvSpPr txBox="1"/>
          <p:nvPr>
            <p:ph type="title"/>
          </p:nvPr>
        </p:nvSpPr>
        <p:spPr>
          <a:xfrm>
            <a:off x="1517272" y="1202744"/>
            <a:ext cx="14305717" cy="20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51175" lIns="102375" spcFirstLastPara="1" rIns="102375" wrap="square" tIns="51175">
            <a:normAutofit/>
          </a:bodyPr>
          <a:lstStyle/>
          <a:p>
            <a:pPr indent="0" lvl="0" marL="0" rt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27"/>
              <a:buFont typeface="Calibri"/>
              <a:buNone/>
            </a:pPr>
            <a:r>
              <a:rPr lang="es-E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Acceso a Moodle MFI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f30b4104d4_0_0"/>
          <p:cNvSpPr txBox="1"/>
          <p:nvPr/>
        </p:nvSpPr>
        <p:spPr>
          <a:xfrm>
            <a:off x="4407980" y="4674765"/>
            <a:ext cx="8062316" cy="16862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44"/>
              <a:buFont typeface="Arial"/>
              <a:buNone/>
            </a:pPr>
            <a:r>
              <a:rPr b="0" i="0" lang="es-ES" sz="3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https://asignaturas.info.unlp.edu.ar/</a:t>
            </a:r>
            <a:endParaRPr b="0" i="0" sz="3600" u="none" cap="none" strike="noStrik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9" name="Google Shape;149;g1f30b4104d4_0_0"/>
          <p:cNvSpPr/>
          <p:nvPr/>
        </p:nvSpPr>
        <p:spPr>
          <a:xfrm>
            <a:off x="1512265" y="2887589"/>
            <a:ext cx="15361200" cy="6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4000" lIns="128000" spcFirstLastPara="1" rIns="128000" wrap="square" tIns="64000">
            <a:noAutofit/>
          </a:bodyPr>
          <a:lstStyle/>
          <a:p>
            <a:pPr indent="-482600" lvl="0" marL="48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Noto Sans Symbols"/>
              <a:buChar char="❖"/>
            </a:pPr>
            <a:r>
              <a:rPr b="0" i="0" lang="es-ES" sz="3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Usando </a:t>
            </a:r>
            <a:r>
              <a:rPr b="1" i="0" lang="es-ES" sz="3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Login vía acceso único</a:t>
            </a:r>
            <a:endParaRPr b="1" i="0" sz="3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/>
          <p:nvPr>
            <p:ph type="title"/>
          </p:nvPr>
        </p:nvSpPr>
        <p:spPr>
          <a:xfrm>
            <a:off x="1517272" y="562426"/>
            <a:ext cx="14305717" cy="2063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86650" lIns="173350" spcFirstLastPara="1" rIns="173350" wrap="square" tIns="86650">
            <a:no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s-ES" sz="5400"/>
              <a:t>Teorías</a:t>
            </a:r>
            <a:endParaRPr sz="5400"/>
          </a:p>
        </p:txBody>
      </p:sp>
      <p:sp>
        <p:nvSpPr>
          <p:cNvPr id="155" name="Google Shape;155;p3"/>
          <p:cNvSpPr txBox="1"/>
          <p:nvPr>
            <p:ph idx="4294967295" type="body"/>
          </p:nvPr>
        </p:nvSpPr>
        <p:spPr>
          <a:xfrm>
            <a:off x="1165157" y="2625725"/>
            <a:ext cx="14306550" cy="5721350"/>
          </a:xfrm>
          <a:prstGeom prst="rect">
            <a:avLst/>
          </a:prstGeom>
          <a:noFill/>
          <a:ln>
            <a:noFill/>
          </a:ln>
        </p:spPr>
        <p:txBody>
          <a:bodyPr anchorCtr="0" anchor="t" bIns="86650" lIns="173350" spcFirstLastPara="1" rIns="173350" wrap="square" tIns="86650">
            <a:noAutofit/>
          </a:bodyPr>
          <a:lstStyle/>
          <a:p>
            <a:pPr indent="-571500" lvl="2" marL="1344613" rtl="0" algn="l">
              <a:lnSpc>
                <a:spcPct val="100000"/>
              </a:lnSpc>
              <a:spcBef>
                <a:spcPts val="1484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Noto Sans Symbols"/>
              <a:buChar char="❖"/>
            </a:pPr>
            <a:r>
              <a:rPr lang="es-ES" sz="3600">
                <a:solidFill>
                  <a:schemeClr val="dk1"/>
                </a:solidFill>
              </a:rPr>
              <a:t>Se subirán los días Lunes.</a:t>
            </a:r>
            <a:endParaRPr sz="3600">
              <a:solidFill>
                <a:schemeClr val="dk1"/>
              </a:solidFill>
            </a:endParaRPr>
          </a:p>
          <a:p>
            <a:pPr indent="-571500" lvl="2" marL="1344613" rtl="0" algn="l">
              <a:lnSpc>
                <a:spcPct val="100000"/>
              </a:lnSpc>
              <a:spcBef>
                <a:spcPts val="1484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Noto Sans Symbols"/>
              <a:buChar char="❖"/>
            </a:pPr>
            <a:r>
              <a:rPr lang="es-ES" sz="3600">
                <a:solidFill>
                  <a:schemeClr val="dk1"/>
                </a:solidFill>
              </a:rPr>
              <a:t>Se dispondrá de una presentación formato .ppt</a:t>
            </a:r>
            <a:endParaRPr sz="2800"/>
          </a:p>
          <a:p>
            <a:pPr indent="-12569" lvl="0" marL="130048" rtl="0" algn="l">
              <a:lnSpc>
                <a:spcPct val="90000"/>
              </a:lnSpc>
              <a:spcBef>
                <a:spcPts val="702"/>
              </a:spcBef>
              <a:spcAft>
                <a:spcPts val="0"/>
              </a:spcAft>
              <a:buClr>
                <a:srgbClr val="C00000"/>
              </a:buClr>
              <a:buSzPts val="1850"/>
              <a:buFont typeface="Arial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803b74a40_0_0"/>
          <p:cNvSpPr txBox="1"/>
          <p:nvPr>
            <p:ph type="title"/>
          </p:nvPr>
        </p:nvSpPr>
        <p:spPr>
          <a:xfrm>
            <a:off x="1595322" y="0"/>
            <a:ext cx="13953600" cy="3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650" lIns="173350" spcFirstLastPara="1" rIns="173350" wrap="square" tIns="86650">
            <a:no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Calibri"/>
              <a:buNone/>
            </a:pPr>
            <a:r>
              <a:rPr lang="es-E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Aprobación final de la materia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1803b74a40_0_0"/>
          <p:cNvSpPr txBox="1"/>
          <p:nvPr>
            <p:ph idx="1" type="body"/>
          </p:nvPr>
        </p:nvSpPr>
        <p:spPr>
          <a:xfrm>
            <a:off x="1595321" y="2679247"/>
            <a:ext cx="14428109" cy="604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86650" lIns="173350" spcFirstLastPara="1" rIns="173350" wrap="square" tIns="8665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759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s-E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b="1" i="1" lang="es-E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final </a:t>
            </a:r>
            <a:r>
              <a:rPr lang="es-E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la materia se aprobará optando entre: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49300" lvl="1" marL="1616075" rtl="0" algn="l">
              <a:lnSpc>
                <a:spcPct val="94000"/>
              </a:lnSpc>
              <a:spcBef>
                <a:spcPts val="1062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Rendir un examen teórico (con  un recuperatorio) durante la cursada y sacando 6 (seis) o más, e inscribiéndose a una mesa de final.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42950" lvl="1" marL="1609938" rtl="0" algn="l">
              <a:lnSpc>
                <a:spcPct val="94000"/>
              </a:lnSpc>
              <a:spcBef>
                <a:spcPts val="1062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Rendir examen escrito en las mesas de final</a:t>
            </a: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866988" rtl="0" algn="l">
              <a:lnSpc>
                <a:spcPct val="94000"/>
              </a:lnSpc>
              <a:spcBef>
                <a:spcPts val="1062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866988" rtl="0" algn="ctr">
              <a:lnSpc>
                <a:spcPct val="94000"/>
              </a:lnSpc>
              <a:spcBef>
                <a:spcPts val="1062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Habiendo aprobado la parte práctica  </a:t>
            </a:r>
            <a:endParaRPr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50241" rtl="0" algn="l">
              <a:lnSpc>
                <a:spcPct val="94000"/>
              </a:lnSpc>
              <a:spcBef>
                <a:spcPts val="759"/>
              </a:spcBef>
              <a:spcAft>
                <a:spcPts val="0"/>
              </a:spcAft>
              <a:buSzPts val="4267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"/>
          <p:cNvSpPr txBox="1"/>
          <p:nvPr>
            <p:ph type="title"/>
          </p:nvPr>
        </p:nvSpPr>
        <p:spPr>
          <a:xfrm>
            <a:off x="1693384" y="0"/>
            <a:ext cx="13953494" cy="33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650" lIns="173350" spcFirstLastPara="1" rIns="173350" wrap="square" tIns="86650">
            <a:no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Calibri"/>
              <a:buNone/>
            </a:pPr>
            <a:r>
              <a:rPr lang="es-E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Acceder al examen teórico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>
            <p:ph idx="1" type="body"/>
          </p:nvPr>
        </p:nvSpPr>
        <p:spPr>
          <a:xfrm>
            <a:off x="1316831" y="2626139"/>
            <a:ext cx="14706600" cy="60467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86650" lIns="173350" spcFirstLastPara="1" rIns="173350" wrap="square" tIns="86650">
            <a:noAutofit/>
          </a:bodyPr>
          <a:lstStyle/>
          <a:p>
            <a:pPr indent="0" lvl="0" marL="650241" rtl="0" algn="l">
              <a:lnSpc>
                <a:spcPct val="94000"/>
              </a:lnSpc>
              <a:spcBef>
                <a:spcPts val="759"/>
              </a:spcBef>
              <a:spcAft>
                <a:spcPts val="0"/>
              </a:spcAft>
              <a:buSzPts val="4267"/>
              <a:buNone/>
            </a:pPr>
            <a:r>
              <a:rPr lang="es-ES" sz="3800">
                <a:solidFill>
                  <a:schemeClr val="dk1"/>
                </a:solidFill>
              </a:rPr>
              <a:t>Para acceder al examen teórico los alumnos deben:</a:t>
            </a:r>
            <a:endParaRPr/>
          </a:p>
          <a:p>
            <a:pPr indent="0" lvl="0" marL="650241" rtl="0" algn="l">
              <a:lnSpc>
                <a:spcPct val="94000"/>
              </a:lnSpc>
              <a:spcBef>
                <a:spcPts val="759"/>
              </a:spcBef>
              <a:spcAft>
                <a:spcPts val="0"/>
              </a:spcAft>
              <a:buSzPts val="4267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241300" lvl="0" marL="571500" rtl="0" algn="l">
              <a:lnSpc>
                <a:spcPct val="94000"/>
              </a:lnSpc>
              <a:spcBef>
                <a:spcPts val="759"/>
              </a:spcBef>
              <a:spcAft>
                <a:spcPts val="0"/>
              </a:spcAft>
              <a:buClr>
                <a:srgbClr val="C00000"/>
              </a:buClr>
              <a:buSzPts val="3800"/>
              <a:buFont typeface="Noto Sans Symbols"/>
              <a:buChar char="❖"/>
            </a:pPr>
            <a:r>
              <a:rPr lang="es-ES" sz="3600">
                <a:solidFill>
                  <a:schemeClr val="dk1"/>
                </a:solidFill>
              </a:rPr>
              <a:t>  Tener el 80% de asistencia presencial a las teorías.</a:t>
            </a:r>
            <a:endParaRPr/>
          </a:p>
          <a:p>
            <a:pPr indent="0" lvl="0" marL="542925" rtl="0" algn="l">
              <a:lnSpc>
                <a:spcPct val="94000"/>
              </a:lnSpc>
              <a:spcBef>
                <a:spcPts val="759"/>
              </a:spcBef>
              <a:spcAft>
                <a:spcPts val="0"/>
              </a:spcAft>
              <a:buClr>
                <a:srgbClr val="C00000"/>
              </a:buClr>
              <a:buSzPts val="38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241300" lvl="0" marL="5715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800"/>
              <a:buFont typeface="Noto Sans Symbols"/>
              <a:buChar char="❖"/>
            </a:pPr>
            <a:r>
              <a:rPr lang="es-ES" sz="3600">
                <a:solidFill>
                  <a:schemeClr val="dk1"/>
                </a:solidFill>
              </a:rPr>
              <a:t>  Entregar y aprobar el TP de teoría con nota 6 o superior.</a:t>
            </a:r>
            <a:endParaRPr sz="36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 txBox="1"/>
          <p:nvPr>
            <p:ph type="title"/>
          </p:nvPr>
        </p:nvSpPr>
        <p:spPr>
          <a:xfrm>
            <a:off x="1693384" y="455214"/>
            <a:ext cx="13953494" cy="2362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86650" lIns="173350" spcFirstLastPara="1" rIns="173350" wrap="square" tIns="86650">
            <a:no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s-E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 de teoría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>
            <p:ph idx="1" type="body"/>
          </p:nvPr>
        </p:nvSpPr>
        <p:spPr>
          <a:xfrm>
            <a:off x="1227243" y="2614654"/>
            <a:ext cx="13800722" cy="2924755"/>
          </a:xfrm>
          <a:prstGeom prst="rect">
            <a:avLst/>
          </a:prstGeom>
          <a:noFill/>
          <a:ln>
            <a:noFill/>
          </a:ln>
        </p:spPr>
        <p:txBody>
          <a:bodyPr anchorCtr="0" anchor="t" bIns="86650" lIns="173350" spcFirstLastPara="1" rIns="173350" wrap="square" tIns="86650">
            <a:noAutofit/>
          </a:bodyPr>
          <a:lstStyle/>
          <a:p>
            <a:pPr indent="0" lvl="2" marL="773113" rtl="0" algn="l">
              <a:lnSpc>
                <a:spcPct val="100000"/>
              </a:lnSpc>
              <a:spcBef>
                <a:spcPts val="1484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s-ES" sz="3600">
                <a:solidFill>
                  <a:schemeClr val="dk1"/>
                </a:solidFill>
              </a:rPr>
              <a:t>Desarrollo de un Trabajo Grupal que consta de </a:t>
            </a:r>
            <a:r>
              <a:rPr lang="es-ES" sz="3600" u="sng">
                <a:solidFill>
                  <a:schemeClr val="dk1"/>
                </a:solidFill>
              </a:rPr>
              <a:t>un video</a:t>
            </a:r>
            <a:r>
              <a:rPr lang="es-ES" sz="3600">
                <a:solidFill>
                  <a:schemeClr val="dk1"/>
                </a:solidFill>
              </a:rPr>
              <a:t>.</a:t>
            </a:r>
            <a:endParaRPr/>
          </a:p>
          <a:p>
            <a:pPr indent="0" lvl="2" marL="773113" rtl="0" algn="l">
              <a:lnSpc>
                <a:spcPct val="100000"/>
              </a:lnSpc>
              <a:spcBef>
                <a:spcPts val="1484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-457200" lvl="2" marL="1230313" rtl="0" algn="l">
              <a:lnSpc>
                <a:spcPct val="100000"/>
              </a:lnSpc>
              <a:spcBef>
                <a:spcPts val="1484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ES" sz="3200">
                <a:solidFill>
                  <a:schemeClr val="dk1"/>
                </a:solidFill>
              </a:rPr>
              <a:t>Realizado de manera grupal</a:t>
            </a:r>
            <a:endParaRPr/>
          </a:p>
          <a:p>
            <a:pPr indent="-457200" lvl="2" marL="1230313" rtl="0" algn="l">
              <a:lnSpc>
                <a:spcPct val="100000"/>
              </a:lnSpc>
              <a:spcBef>
                <a:spcPts val="1484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ES" sz="3200">
                <a:solidFill>
                  <a:schemeClr val="dk1"/>
                </a:solidFill>
              </a:rPr>
              <a:t>Los mismos grupos que en la práctica (estará relacionado al trabajo de la práctica)</a:t>
            </a:r>
            <a:endParaRPr sz="2800"/>
          </a:p>
          <a:p>
            <a:pPr indent="-12569" lvl="0" marL="130048" rtl="0" algn="l">
              <a:lnSpc>
                <a:spcPct val="90000"/>
              </a:lnSpc>
              <a:spcBef>
                <a:spcPts val="702"/>
              </a:spcBef>
              <a:spcAft>
                <a:spcPts val="0"/>
              </a:spcAft>
              <a:buClr>
                <a:srgbClr val="C00000"/>
              </a:buClr>
              <a:buSzPts val="1850"/>
              <a:buFont typeface="Arial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1803b74a40_0_8"/>
          <p:cNvSpPr txBox="1"/>
          <p:nvPr>
            <p:ph type="title"/>
          </p:nvPr>
        </p:nvSpPr>
        <p:spPr>
          <a:xfrm>
            <a:off x="1554480" y="78188"/>
            <a:ext cx="13953600" cy="3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650" lIns="173350" spcFirstLastPara="1" rIns="173350" wrap="square" tIns="86650">
            <a:no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Calibri"/>
              <a:buNone/>
            </a:pPr>
            <a:r>
              <a:rPr lang="es-E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 final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11803b74a40_0_8"/>
          <p:cNvSpPr txBox="1"/>
          <p:nvPr>
            <p:ph idx="1" type="body"/>
          </p:nvPr>
        </p:nvSpPr>
        <p:spPr>
          <a:xfrm>
            <a:off x="1554480" y="2677923"/>
            <a:ext cx="14348129" cy="604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86650" lIns="173350" spcFirstLastPara="1" rIns="173350" wrap="square" tIns="86650">
            <a:noAutofit/>
          </a:bodyPr>
          <a:lstStyle/>
          <a:p>
            <a:pPr indent="0" lvl="0" marL="92075" rtl="0" algn="l">
              <a:lnSpc>
                <a:spcPct val="94000"/>
              </a:lnSpc>
              <a:spcBef>
                <a:spcPts val="759"/>
              </a:spcBef>
              <a:spcAft>
                <a:spcPts val="0"/>
              </a:spcAft>
              <a:buSzPts val="4267"/>
              <a:buNone/>
            </a:pPr>
            <a:r>
              <a:rPr lang="es-ES" sz="3400">
                <a:solidFill>
                  <a:schemeClr val="dk1"/>
                </a:solidFill>
              </a:rPr>
              <a:t>¿Cómo se compone la nota final de la asignatura para los que acceden a la promoción?</a:t>
            </a:r>
            <a:endParaRPr sz="34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94000"/>
              </a:lnSpc>
              <a:spcBef>
                <a:spcPts val="759"/>
              </a:spcBef>
              <a:spcAft>
                <a:spcPts val="0"/>
              </a:spcAft>
              <a:buSzPts val="4267"/>
              <a:buNone/>
            </a:pPr>
            <a:r>
              <a:t/>
            </a:r>
            <a:endParaRPr sz="3400"/>
          </a:p>
          <a:p>
            <a:pPr indent="0" lvl="0" marL="0" rtl="0" algn="l">
              <a:lnSpc>
                <a:spcPct val="94000"/>
              </a:lnSpc>
              <a:spcBef>
                <a:spcPts val="759"/>
              </a:spcBef>
              <a:spcAft>
                <a:spcPts val="0"/>
              </a:spcAft>
              <a:buSzPts val="3800"/>
              <a:buNone/>
            </a:pPr>
            <a:r>
              <a:rPr lang="es-ES" sz="3200">
                <a:solidFill>
                  <a:schemeClr val="dk1"/>
                </a:solidFill>
              </a:rPr>
              <a:t>La nota final será un </a:t>
            </a:r>
            <a:r>
              <a:rPr lang="es-ES" sz="3200" u="sng">
                <a:solidFill>
                  <a:schemeClr val="dk1"/>
                </a:solidFill>
              </a:rPr>
              <a:t>promedio</a:t>
            </a:r>
            <a:r>
              <a:rPr b="1" lang="es-ES" sz="3200">
                <a:solidFill>
                  <a:schemeClr val="dk1"/>
                </a:solidFill>
              </a:rPr>
              <a:t> </a:t>
            </a:r>
            <a:r>
              <a:rPr lang="es-ES" sz="3200">
                <a:solidFill>
                  <a:schemeClr val="dk1"/>
                </a:solidFill>
              </a:rPr>
              <a:t>de:</a:t>
            </a:r>
            <a:endParaRPr/>
          </a:p>
          <a:p>
            <a:pPr indent="0" lvl="0" marL="0" rtl="0" algn="l">
              <a:lnSpc>
                <a:spcPct val="94000"/>
              </a:lnSpc>
              <a:spcBef>
                <a:spcPts val="759"/>
              </a:spcBef>
              <a:spcAft>
                <a:spcPts val="0"/>
              </a:spcAft>
              <a:buSzPts val="3800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94000"/>
              </a:lnSpc>
              <a:spcBef>
                <a:spcPts val="759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ES" sz="3200">
                <a:solidFill>
                  <a:schemeClr val="dk1"/>
                </a:solidFill>
              </a:rPr>
              <a:t>La nota del TP de teoría (debe ser 6 o superior)</a:t>
            </a:r>
            <a:endParaRPr/>
          </a:p>
          <a:p>
            <a:pPr indent="-457200" lvl="0" marL="457200" rtl="0" algn="l">
              <a:lnSpc>
                <a:spcPct val="94000"/>
              </a:lnSpc>
              <a:spcBef>
                <a:spcPts val="759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❖"/>
            </a:pPr>
            <a:r>
              <a:rPr lang="es-ES" sz="3200">
                <a:solidFill>
                  <a:schemeClr val="dk1"/>
                </a:solidFill>
              </a:rPr>
              <a:t>La nota del examen teórico o recuperatorio (debe ser 6 o superior)</a:t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>
            <p:ph type="title"/>
          </p:nvPr>
        </p:nvSpPr>
        <p:spPr>
          <a:xfrm>
            <a:off x="1496594" y="180892"/>
            <a:ext cx="13953494" cy="33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650" lIns="173350" spcFirstLastPara="1" rIns="173350" wrap="square" tIns="86650">
            <a:no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Calibri"/>
              <a:buNone/>
            </a:pPr>
            <a:r>
              <a:rPr lang="es-E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 en el SIU guaraní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 txBox="1"/>
          <p:nvPr>
            <p:ph idx="1" type="body"/>
          </p:nvPr>
        </p:nvSpPr>
        <p:spPr>
          <a:xfrm>
            <a:off x="1033303" y="2886544"/>
            <a:ext cx="14880076" cy="50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86650" lIns="173350" spcFirstLastPara="1" rIns="173350" wrap="square" tIns="86650">
            <a:noAutofit/>
          </a:bodyPr>
          <a:lstStyle/>
          <a:p>
            <a:pPr indent="0" lvl="0" marL="450850" rtl="0" algn="l">
              <a:lnSpc>
                <a:spcPct val="94000"/>
              </a:lnSpc>
              <a:spcBef>
                <a:spcPts val="910"/>
              </a:spcBef>
              <a:spcAft>
                <a:spcPts val="0"/>
              </a:spcAft>
              <a:buSzPts val="4267"/>
              <a:buNone/>
            </a:pPr>
            <a:r>
              <a:rPr lang="es-ES" sz="3200">
                <a:solidFill>
                  <a:schemeClr val="dk1"/>
                </a:solidFill>
              </a:rPr>
              <a:t>Una vez obtenida la nota final de la promoción deben inscribirse en el final de la asignatura para que se pueda pasar la nota al SIU Guaraní.</a:t>
            </a:r>
            <a:endParaRPr sz="3200">
              <a:solidFill>
                <a:schemeClr val="dk1"/>
              </a:solidFill>
            </a:endParaRPr>
          </a:p>
          <a:p>
            <a:pPr indent="0" lvl="0" marL="1536129" rtl="0" algn="l">
              <a:lnSpc>
                <a:spcPct val="94000"/>
              </a:lnSpc>
              <a:spcBef>
                <a:spcPts val="910"/>
              </a:spcBef>
              <a:spcAft>
                <a:spcPts val="0"/>
              </a:spcAft>
              <a:buSzPts val="4267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450850" rtl="0" algn="l">
              <a:lnSpc>
                <a:spcPct val="94000"/>
              </a:lnSpc>
              <a:spcBef>
                <a:spcPts val="910"/>
              </a:spcBef>
              <a:spcAft>
                <a:spcPts val="0"/>
              </a:spcAft>
              <a:buSzPts val="4267"/>
              <a:buNone/>
            </a:pPr>
            <a:r>
              <a:rPr lang="es-ES" sz="3200">
                <a:solidFill>
                  <a:schemeClr val="dk1"/>
                </a:solidFill>
              </a:rPr>
              <a:t>La nota se guarda </a:t>
            </a:r>
            <a:r>
              <a:rPr lang="es-ES" sz="3200" u="sng">
                <a:solidFill>
                  <a:schemeClr val="dk1"/>
                </a:solidFill>
              </a:rPr>
              <a:t>durante un año</a:t>
            </a:r>
            <a:r>
              <a:rPr lang="es-ES" sz="3200">
                <a:solidFill>
                  <a:schemeClr val="dk1"/>
                </a:solidFill>
              </a:rPr>
              <a:t> de finalizada la cursada, en caso de exceder el año el alumno deberá rendir el final de la materia.</a:t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ción">
  <a:themeElements>
    <a:clrScheme name="Naranja rojo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Silvia</dc:creator>
</cp:coreProperties>
</file>